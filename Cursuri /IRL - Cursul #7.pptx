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4"/>
  </p:sldMasterIdLst>
  <p:notesMasterIdLst>
    <p:notesMasterId r:id="rId35"/>
  </p:notesMasterIdLst>
  <p:sldIdLst>
    <p:sldId id="332" r:id="rId5"/>
    <p:sldId id="259" r:id="rId6"/>
    <p:sldId id="260" r:id="rId7"/>
    <p:sldId id="438" r:id="rId8"/>
    <p:sldId id="484" r:id="rId9"/>
    <p:sldId id="485" r:id="rId10"/>
    <p:sldId id="486" r:id="rId11"/>
    <p:sldId id="487" r:id="rId12"/>
    <p:sldId id="323" r:id="rId13"/>
    <p:sldId id="436" r:id="rId14"/>
    <p:sldId id="488" r:id="rId15"/>
    <p:sldId id="318" r:id="rId16"/>
    <p:sldId id="489" r:id="rId17"/>
    <p:sldId id="456" r:id="rId18"/>
    <p:sldId id="406" r:id="rId19"/>
    <p:sldId id="457" r:id="rId20"/>
    <p:sldId id="458" r:id="rId21"/>
    <p:sldId id="459" r:id="rId22"/>
    <p:sldId id="490" r:id="rId23"/>
    <p:sldId id="491" r:id="rId24"/>
    <p:sldId id="492" r:id="rId25"/>
    <p:sldId id="460" r:id="rId26"/>
    <p:sldId id="461" r:id="rId27"/>
    <p:sldId id="493" r:id="rId28"/>
    <p:sldId id="462" r:id="rId29"/>
    <p:sldId id="463" r:id="rId30"/>
    <p:sldId id="464" r:id="rId31"/>
    <p:sldId id="465" r:id="rId32"/>
    <p:sldId id="466" r:id="rId33"/>
    <p:sldId id="284" r:id="rId34"/>
  </p:sldIdLst>
  <p:sldSz cx="9144000" cy="5143500" type="screen16x9"/>
  <p:notesSz cx="6858000" cy="9144000"/>
  <p:embeddedFontLst>
    <p:embeddedFont>
      <p:font typeface="Merriweather" pitchFamily="2" charset="77"/>
      <p:regular r:id="rId36"/>
      <p:bold r:id="rId37"/>
      <p:italic r:id="rId38"/>
      <p:boldItalic r:id="rId39"/>
    </p:embeddedFont>
    <p:embeddedFont>
      <p:font typeface="Merriweather Black" pitchFamily="2" charset="77"/>
      <p:bold r:id="rId40"/>
      <p:italic r:id="rId41"/>
      <p:boldItalic r:id="rId42"/>
    </p:embeddedFont>
    <p:embeddedFont>
      <p:font typeface="Spectral" panose="02020502060000000000" pitchFamily="18" charset="77"/>
      <p:regular r:id="rId43"/>
      <p:bold r:id="rId44"/>
      <p:italic r:id="rId45"/>
      <p:boldItalic r:id="rId46"/>
    </p:embeddedFont>
    <p:embeddedFont>
      <p:font typeface="Spectral Light" panose="020F0502020204030204" pitchFamily="3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22B902-2256-0B0D-D34C-7ED48DB08920}" v="5" dt="2024-10-14T14:05:48.908"/>
    <p1510:client id="{5EEFF53E-3516-410E-8561-C8AD52FF1C81}" v="6" dt="2024-10-14T09:41:26.793"/>
    <p1510:client id="{C7B931E5-A5E3-8F0B-C9F4-EF2F88C80BC1}" v="3" dt="2024-10-15T13:28:03.520"/>
    <p1510:client id="{F55B5ACE-0A63-4840-9732-7CC127368099}" v="4" dt="2024-10-14T09:49:41.020"/>
  </p1510:revLst>
</p1510:revInfo>
</file>

<file path=ppt/tableStyles.xml><?xml version="1.0" encoding="utf-8"?>
<a:tblStyleLst xmlns:a="http://schemas.openxmlformats.org/drawingml/2006/main" def="{8E613FF8-4EB2-4734-8CC8-9E79C4818E73}">
  <a:tblStyle styleId="{8E613FF8-4EB2-4734-8CC8-9E79C4818E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30"/>
    <p:restoredTop sz="94248"/>
  </p:normalViewPr>
  <p:slideViewPr>
    <p:cSldViewPr snapToGrid="0">
      <p:cViewPr varScale="1">
        <p:scale>
          <a:sx n="200" d="100"/>
          <a:sy n="200" d="100"/>
        </p:scale>
        <p:origin x="344" y="1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4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font" Target="fonts/font15.fntdata"/><Relationship Id="rId55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9.fntdata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56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6.xml"/><Relationship Id="rId41" Type="http://schemas.openxmlformats.org/officeDocument/2006/relationships/font" Target="fonts/font6.fntdata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1.fntdata"/><Relationship Id="rId49" Type="http://schemas.openxmlformats.org/officeDocument/2006/relationships/font" Target="fonts/font1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FIA MARIA VULTUR" userId="S::sofia.vultur@s.unibuc.ro::6c7158df-1e76-4490-a8ad-29ce599c3ba2" providerId="AD" clId="Web-{63731BED-BB5E-4001-9779-484298527014}"/>
    <pc:docChg chg="modSld">
      <pc:chgData name="SOFIA MARIA VULTUR" userId="S::sofia.vultur@s.unibuc.ro::6c7158df-1e76-4490-a8ad-29ce599c3ba2" providerId="AD" clId="Web-{63731BED-BB5E-4001-9779-484298527014}" dt="2023-02-05T21:40:26.292" v="0" actId="1076"/>
      <pc:docMkLst>
        <pc:docMk/>
      </pc:docMkLst>
      <pc:sldChg chg="modSp">
        <pc:chgData name="SOFIA MARIA VULTUR" userId="S::sofia.vultur@s.unibuc.ro::6c7158df-1e76-4490-a8ad-29ce599c3ba2" providerId="AD" clId="Web-{63731BED-BB5E-4001-9779-484298527014}" dt="2023-02-05T21:40:26.292" v="0" actId="1076"/>
        <pc:sldMkLst>
          <pc:docMk/>
          <pc:sldMk cId="3261636102" sldId="327"/>
        </pc:sldMkLst>
        <pc:spChg chg="mod">
          <ac:chgData name="SOFIA MARIA VULTUR" userId="S::sofia.vultur@s.unibuc.ro::6c7158df-1e76-4490-a8ad-29ce599c3ba2" providerId="AD" clId="Web-{63731BED-BB5E-4001-9779-484298527014}" dt="2023-02-05T21:40:26.292" v="0" actId="1076"/>
          <ac:spMkLst>
            <pc:docMk/>
            <pc:sldMk cId="3261636102" sldId="327"/>
            <ac:spMk id="3" creationId="{291B36AB-2BC4-428A-6357-8AA069095418}"/>
          </ac:spMkLst>
        </pc:spChg>
      </pc:sldChg>
    </pc:docChg>
  </pc:docChgLst>
  <pc:docChgLst>
    <pc:chgData name="MIHAI GRIGORE" userId="S::mihai.grigore1@s.unibuc.ro::d086a1d6-5462-4979-abc6-1c81b0fc9ea8" providerId="AD" clId="Web-{0D22B902-2256-0B0D-D34C-7ED48DB08920}"/>
    <pc:docChg chg="modSld">
      <pc:chgData name="MIHAI GRIGORE" userId="S::mihai.grigore1@s.unibuc.ro::d086a1d6-5462-4979-abc6-1c81b0fc9ea8" providerId="AD" clId="Web-{0D22B902-2256-0B0D-D34C-7ED48DB08920}" dt="2024-10-14T14:05:48.908" v="4" actId="1076"/>
      <pc:docMkLst>
        <pc:docMk/>
      </pc:docMkLst>
      <pc:sldChg chg="modSp">
        <pc:chgData name="MIHAI GRIGORE" userId="S::mihai.grigore1@s.unibuc.ro::d086a1d6-5462-4979-abc6-1c81b0fc9ea8" providerId="AD" clId="Web-{0D22B902-2256-0B0D-D34C-7ED48DB08920}" dt="2024-10-14T14:05:48.908" v="4" actId="1076"/>
        <pc:sldMkLst>
          <pc:docMk/>
          <pc:sldMk cId="3261636102" sldId="327"/>
        </pc:sldMkLst>
        <pc:spChg chg="mod">
          <ac:chgData name="MIHAI GRIGORE" userId="S::mihai.grigore1@s.unibuc.ro::d086a1d6-5462-4979-abc6-1c81b0fc9ea8" providerId="AD" clId="Web-{0D22B902-2256-0B0D-D34C-7ED48DB08920}" dt="2024-10-14T14:05:48.908" v="4" actId="1076"/>
          <ac:spMkLst>
            <pc:docMk/>
            <pc:sldMk cId="3261636102" sldId="327"/>
            <ac:spMk id="3" creationId="{291B36AB-2BC4-428A-6357-8AA069095418}"/>
          </ac:spMkLst>
        </pc:spChg>
      </pc:sldChg>
      <pc:sldChg chg="modSp">
        <pc:chgData name="MIHAI GRIGORE" userId="S::mihai.grigore1@s.unibuc.ro::d086a1d6-5462-4979-abc6-1c81b0fc9ea8" providerId="AD" clId="Web-{0D22B902-2256-0B0D-D34C-7ED48DB08920}" dt="2024-10-14T14:03:22.794" v="2" actId="1076"/>
        <pc:sldMkLst>
          <pc:docMk/>
          <pc:sldMk cId="2574459133" sldId="330"/>
        </pc:sldMkLst>
        <pc:spChg chg="mod">
          <ac:chgData name="MIHAI GRIGORE" userId="S::mihai.grigore1@s.unibuc.ro::d086a1d6-5462-4979-abc6-1c81b0fc9ea8" providerId="AD" clId="Web-{0D22B902-2256-0B0D-D34C-7ED48DB08920}" dt="2024-10-14T14:03:22.794" v="2" actId="1076"/>
          <ac:spMkLst>
            <pc:docMk/>
            <pc:sldMk cId="2574459133" sldId="330"/>
            <ac:spMk id="3" creationId="{291B36AB-2BC4-428A-6357-8AA069095418}"/>
          </ac:spMkLst>
        </pc:spChg>
      </pc:sldChg>
    </pc:docChg>
  </pc:docChgLst>
  <pc:docChgLst>
    <pc:chgData name="STEFAN IORDACHE" userId="S::stefan.iordache10@s.unibuc.ro::9dd8811d-5cc1-4677-ba15-8e8defdbcdf9" providerId="AD" clId="Web-{5EEFF53E-3516-410E-8561-C8AD52FF1C81}"/>
    <pc:docChg chg="modSld">
      <pc:chgData name="STEFAN IORDACHE" userId="S::stefan.iordache10@s.unibuc.ro::9dd8811d-5cc1-4677-ba15-8e8defdbcdf9" providerId="AD" clId="Web-{5EEFF53E-3516-410E-8561-C8AD52FF1C81}" dt="2024-10-14T09:41:26.793" v="4" actId="1076"/>
      <pc:docMkLst>
        <pc:docMk/>
      </pc:docMkLst>
      <pc:sldChg chg="modSp">
        <pc:chgData name="STEFAN IORDACHE" userId="S::stefan.iordache10@s.unibuc.ro::9dd8811d-5cc1-4677-ba15-8e8defdbcdf9" providerId="AD" clId="Web-{5EEFF53E-3516-410E-8561-C8AD52FF1C81}" dt="2024-10-14T09:32:58.386" v="3" actId="20577"/>
        <pc:sldMkLst>
          <pc:docMk/>
          <pc:sldMk cId="0" sldId="256"/>
        </pc:sldMkLst>
        <pc:spChg chg="mod">
          <ac:chgData name="STEFAN IORDACHE" userId="S::stefan.iordache10@s.unibuc.ro::9dd8811d-5cc1-4677-ba15-8e8defdbcdf9" providerId="AD" clId="Web-{5EEFF53E-3516-410E-8561-C8AD52FF1C81}" dt="2024-10-14T09:32:58.386" v="3" actId="20577"/>
          <ac:spMkLst>
            <pc:docMk/>
            <pc:sldMk cId="0" sldId="256"/>
            <ac:spMk id="2080" creationId="{00000000-0000-0000-0000-000000000000}"/>
          </ac:spMkLst>
        </pc:spChg>
      </pc:sldChg>
      <pc:sldChg chg="modSp">
        <pc:chgData name="STEFAN IORDACHE" userId="S::stefan.iordache10@s.unibuc.ro::9dd8811d-5cc1-4677-ba15-8e8defdbcdf9" providerId="AD" clId="Web-{5EEFF53E-3516-410E-8561-C8AD52FF1C81}" dt="2024-10-14T09:41:26.793" v="4" actId="1076"/>
        <pc:sldMkLst>
          <pc:docMk/>
          <pc:sldMk cId="2400012068" sldId="322"/>
        </pc:sldMkLst>
        <pc:spChg chg="mod">
          <ac:chgData name="STEFAN IORDACHE" userId="S::stefan.iordache10@s.unibuc.ro::9dd8811d-5cc1-4677-ba15-8e8defdbcdf9" providerId="AD" clId="Web-{5EEFF53E-3516-410E-8561-C8AD52FF1C81}" dt="2024-10-14T09:41:26.793" v="4" actId="1076"/>
          <ac:spMkLst>
            <pc:docMk/>
            <pc:sldMk cId="2400012068" sldId="322"/>
            <ac:spMk id="2" creationId="{B9CA8832-B04E-3F6F-64C4-188FD1EA8517}"/>
          </ac:spMkLst>
        </pc:spChg>
      </pc:sldChg>
    </pc:docChg>
  </pc:docChgLst>
  <pc:docChgLst>
    <pc:chgData name="STEFAN IORDACHE" userId="S::stefan.iordache10@s.unibuc.ro::9dd8811d-5cc1-4677-ba15-8e8defdbcdf9" providerId="AD" clId="Web-{F55B5ACE-0A63-4840-9732-7CC127368099}"/>
    <pc:docChg chg="delSld modSld">
      <pc:chgData name="STEFAN IORDACHE" userId="S::stefan.iordache10@s.unibuc.ro::9dd8811d-5cc1-4677-ba15-8e8defdbcdf9" providerId="AD" clId="Web-{F55B5ACE-0A63-4840-9732-7CC127368099}" dt="2024-10-14T09:49:41.020" v="3" actId="20577"/>
      <pc:docMkLst>
        <pc:docMk/>
      </pc:docMkLst>
      <pc:sldChg chg="del">
        <pc:chgData name="STEFAN IORDACHE" userId="S::stefan.iordache10@s.unibuc.ro::9dd8811d-5cc1-4677-ba15-8e8defdbcdf9" providerId="AD" clId="Web-{F55B5ACE-0A63-4840-9732-7CC127368099}" dt="2024-10-14T09:43:01.258" v="0"/>
        <pc:sldMkLst>
          <pc:docMk/>
          <pc:sldMk cId="1113113595" sldId="326"/>
        </pc:sldMkLst>
      </pc:sldChg>
      <pc:sldChg chg="modSp">
        <pc:chgData name="STEFAN IORDACHE" userId="S::stefan.iordache10@s.unibuc.ro::9dd8811d-5cc1-4677-ba15-8e8defdbcdf9" providerId="AD" clId="Web-{F55B5ACE-0A63-4840-9732-7CC127368099}" dt="2024-10-14T09:49:41.020" v="3" actId="20577"/>
        <pc:sldMkLst>
          <pc:docMk/>
          <pc:sldMk cId="0" sldId="331"/>
        </pc:sldMkLst>
        <pc:spChg chg="mod">
          <ac:chgData name="STEFAN IORDACHE" userId="S::stefan.iordache10@s.unibuc.ro::9dd8811d-5cc1-4677-ba15-8e8defdbcdf9" providerId="AD" clId="Web-{F55B5ACE-0A63-4840-9732-7CC127368099}" dt="2024-10-14T09:49:41.020" v="3" actId="20577"/>
          <ac:spMkLst>
            <pc:docMk/>
            <pc:sldMk cId="0" sldId="331"/>
            <ac:spMk id="2989" creationId="{00000000-0000-0000-0000-000000000000}"/>
          </ac:spMkLst>
        </pc:spChg>
      </pc:sldChg>
    </pc:docChg>
  </pc:docChgLst>
  <pc:docChgLst>
    <pc:chgData name="OCTAVIAN ANDREI MACELARU" userId="S::octavian-andrei.macelaru@s.unibuc.ro::44fc2c80-4820-461b-97b8-22b51db84c76" providerId="AD" clId="Web-{C7B931E5-A5E3-8F0B-C9F4-EF2F88C80BC1}"/>
    <pc:docChg chg="modSld">
      <pc:chgData name="OCTAVIAN ANDREI MACELARU" userId="S::octavian-andrei.macelaru@s.unibuc.ro::44fc2c80-4820-461b-97b8-22b51db84c76" providerId="AD" clId="Web-{C7B931E5-A5E3-8F0B-C9F4-EF2F88C80BC1}" dt="2024-10-15T13:28:01.598" v="1" actId="20577"/>
      <pc:docMkLst>
        <pc:docMk/>
      </pc:docMkLst>
      <pc:sldChg chg="modSp">
        <pc:chgData name="OCTAVIAN ANDREI MACELARU" userId="S::octavian-andrei.macelaru@s.unibuc.ro::44fc2c80-4820-461b-97b8-22b51db84c76" providerId="AD" clId="Web-{C7B931E5-A5E3-8F0B-C9F4-EF2F88C80BC1}" dt="2024-10-15T13:28:01.598" v="1" actId="20577"/>
        <pc:sldMkLst>
          <pc:docMk/>
          <pc:sldMk cId="0" sldId="260"/>
        </pc:sldMkLst>
        <pc:spChg chg="mod">
          <ac:chgData name="OCTAVIAN ANDREI MACELARU" userId="S::octavian-andrei.macelaru@s.unibuc.ro::44fc2c80-4820-461b-97b8-22b51db84c76" providerId="AD" clId="Web-{C7B931E5-A5E3-8F0B-C9F4-EF2F88C80BC1}" dt="2024-10-15T13:28:01.598" v="1" actId="20577"/>
          <ac:spMkLst>
            <pc:docMk/>
            <pc:sldMk cId="0" sldId="260"/>
            <ac:spMk id="2191" creationId="{00000000-0000-0000-0000-000000000000}"/>
          </ac:spMkLst>
        </pc:spChg>
      </pc:sldChg>
    </pc:docChg>
  </pc:docChgLst>
  <pc:docChgLst>
    <pc:chgData name="IULIAN ROBERT ROMAN" userId="S::iulian.roman@s.unibuc.ro::d336a366-996d-4a57-8b6f-68e4eb3c3f73" providerId="AD" clId="Web-{627CA9EA-00CB-40F5-90A7-35DF55141584}"/>
    <pc:docChg chg="modSld">
      <pc:chgData name="IULIAN ROBERT ROMAN" userId="S::iulian.roman@s.unibuc.ro::d336a366-996d-4a57-8b6f-68e4eb3c3f73" providerId="AD" clId="Web-{627CA9EA-00CB-40F5-90A7-35DF55141584}" dt="2023-05-11T17:05:09.923" v="2" actId="1076"/>
      <pc:docMkLst>
        <pc:docMk/>
      </pc:docMkLst>
      <pc:sldChg chg="modSp">
        <pc:chgData name="IULIAN ROBERT ROMAN" userId="S::iulian.roman@s.unibuc.ro::d336a366-996d-4a57-8b6f-68e4eb3c3f73" providerId="AD" clId="Web-{627CA9EA-00CB-40F5-90A7-35DF55141584}" dt="2023-05-11T17:05:09.923" v="2" actId="1076"/>
        <pc:sldMkLst>
          <pc:docMk/>
          <pc:sldMk cId="2335724577" sldId="321"/>
        </pc:sldMkLst>
        <pc:spChg chg="mod">
          <ac:chgData name="IULIAN ROBERT ROMAN" userId="S::iulian.roman@s.unibuc.ro::d336a366-996d-4a57-8b6f-68e4eb3c3f73" providerId="AD" clId="Web-{627CA9EA-00CB-40F5-90A7-35DF55141584}" dt="2023-05-11T17:05:09.923" v="2" actId="1076"/>
          <ac:spMkLst>
            <pc:docMk/>
            <pc:sldMk cId="2335724577" sldId="321"/>
            <ac:spMk id="2" creationId="{4B1FC6B7-80D2-C09C-7BEC-750E32DD868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7" name="Google Shape;207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g131cd8db3c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5" name="Google Shape;2145;g131cd8db3c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131cd8db3ce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9" name="Google Shape;2189;g131cd8db3ce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>
          <a:extLst>
            <a:ext uri="{FF2B5EF4-FFF2-40B4-BE49-F238E27FC236}">
              <a16:creationId xmlns:a16="http://schemas.microsoft.com/office/drawing/2014/main" id="{D726DA69-DEB1-2B13-7686-8FD74E05B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>
            <a:extLst>
              <a:ext uri="{FF2B5EF4-FFF2-40B4-BE49-F238E27FC236}">
                <a16:creationId xmlns:a16="http://schemas.microsoft.com/office/drawing/2014/main" id="{DD1DF111-B024-D85B-2EBA-E64212127B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>
            <a:extLst>
              <a:ext uri="{FF2B5EF4-FFF2-40B4-BE49-F238E27FC236}">
                <a16:creationId xmlns:a16="http://schemas.microsoft.com/office/drawing/2014/main" id="{770DF610-B20D-E98C-FC6D-3EF0EAA283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4095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>
          <a:extLst>
            <a:ext uri="{FF2B5EF4-FFF2-40B4-BE49-F238E27FC236}">
              <a16:creationId xmlns:a16="http://schemas.microsoft.com/office/drawing/2014/main" id="{B690941B-2EFA-45A2-B2A2-187CAA604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>
            <a:extLst>
              <a:ext uri="{FF2B5EF4-FFF2-40B4-BE49-F238E27FC236}">
                <a16:creationId xmlns:a16="http://schemas.microsoft.com/office/drawing/2014/main" id="{0426AF69-3ADD-364F-AF86-045AA0A36A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>
            <a:extLst>
              <a:ext uri="{FF2B5EF4-FFF2-40B4-BE49-F238E27FC236}">
                <a16:creationId xmlns:a16="http://schemas.microsoft.com/office/drawing/2014/main" id="{A1A16BDD-6EB1-0774-4C1E-0B1259F6CA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26973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>
          <a:extLst>
            <a:ext uri="{FF2B5EF4-FFF2-40B4-BE49-F238E27FC236}">
              <a16:creationId xmlns:a16="http://schemas.microsoft.com/office/drawing/2014/main" id="{E3DC947D-EBDD-75BC-9B29-12984E1D8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>
            <a:extLst>
              <a:ext uri="{FF2B5EF4-FFF2-40B4-BE49-F238E27FC236}">
                <a16:creationId xmlns:a16="http://schemas.microsoft.com/office/drawing/2014/main" id="{0C8C9819-B838-CD8E-F64A-F81AAFEBBB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>
            <a:extLst>
              <a:ext uri="{FF2B5EF4-FFF2-40B4-BE49-F238E27FC236}">
                <a16:creationId xmlns:a16="http://schemas.microsoft.com/office/drawing/2014/main" id="{B1460D11-BECC-208E-E272-501D0F6247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0100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131cd8db3ce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9" name="Google Shape;2189;g131cd8db3ce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4920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6">
          <a:extLst>
            <a:ext uri="{FF2B5EF4-FFF2-40B4-BE49-F238E27FC236}">
              <a16:creationId xmlns:a16="http://schemas.microsoft.com/office/drawing/2014/main" id="{D5F52E7C-169C-1CF3-CB9D-670BA3522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g131cd8db3ce_0_189:notes">
            <a:extLst>
              <a:ext uri="{FF2B5EF4-FFF2-40B4-BE49-F238E27FC236}">
                <a16:creationId xmlns:a16="http://schemas.microsoft.com/office/drawing/2014/main" id="{1895DA74-D1AA-D7FE-689D-3102E1EDDF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8" name="Google Shape;2228;g131cd8db3ce_0_189:notes">
            <a:extLst>
              <a:ext uri="{FF2B5EF4-FFF2-40B4-BE49-F238E27FC236}">
                <a16:creationId xmlns:a16="http://schemas.microsoft.com/office/drawing/2014/main" id="{44EC19DD-CBED-F5DF-AC9B-B397893924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937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6">
          <a:extLst>
            <a:ext uri="{FF2B5EF4-FFF2-40B4-BE49-F238E27FC236}">
              <a16:creationId xmlns:a16="http://schemas.microsoft.com/office/drawing/2014/main" id="{0CAFBD16-0F5C-B07B-5A26-507B70FE7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g131cd8db3ce_0_189:notes">
            <a:extLst>
              <a:ext uri="{FF2B5EF4-FFF2-40B4-BE49-F238E27FC236}">
                <a16:creationId xmlns:a16="http://schemas.microsoft.com/office/drawing/2014/main" id="{47D5276B-9D73-4AFA-7CCC-7F20CD890E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8" name="Google Shape;2228;g131cd8db3ce_0_189:notes">
            <a:extLst>
              <a:ext uri="{FF2B5EF4-FFF2-40B4-BE49-F238E27FC236}">
                <a16:creationId xmlns:a16="http://schemas.microsoft.com/office/drawing/2014/main" id="{D290C927-7F9B-7F73-FA8E-951908F8E1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23524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15911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68550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5554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14735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>
          <a:extLst>
            <a:ext uri="{FF2B5EF4-FFF2-40B4-BE49-F238E27FC236}">
              <a16:creationId xmlns:a16="http://schemas.microsoft.com/office/drawing/2014/main" id="{3BB7F219-3283-07C9-CFC8-1843D3ACC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>
            <a:extLst>
              <a:ext uri="{FF2B5EF4-FFF2-40B4-BE49-F238E27FC236}">
                <a16:creationId xmlns:a16="http://schemas.microsoft.com/office/drawing/2014/main" id="{A05782F2-C21A-2964-29C7-B010584200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>
            <a:extLst>
              <a:ext uri="{FF2B5EF4-FFF2-40B4-BE49-F238E27FC236}">
                <a16:creationId xmlns:a16="http://schemas.microsoft.com/office/drawing/2014/main" id="{DE213E38-86B0-07E3-E607-2807DEDC76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61588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>
          <a:extLst>
            <a:ext uri="{FF2B5EF4-FFF2-40B4-BE49-F238E27FC236}">
              <a16:creationId xmlns:a16="http://schemas.microsoft.com/office/drawing/2014/main" id="{C1113816-017C-D66E-9486-EDBFD08DD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>
            <a:extLst>
              <a:ext uri="{FF2B5EF4-FFF2-40B4-BE49-F238E27FC236}">
                <a16:creationId xmlns:a16="http://schemas.microsoft.com/office/drawing/2014/main" id="{444ED055-3EEC-F072-3F61-E900F3480E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>
            <a:extLst>
              <a:ext uri="{FF2B5EF4-FFF2-40B4-BE49-F238E27FC236}">
                <a16:creationId xmlns:a16="http://schemas.microsoft.com/office/drawing/2014/main" id="{ED1E80BC-3655-78B2-B16D-BDDFBA90C2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43079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>
          <a:extLst>
            <a:ext uri="{FF2B5EF4-FFF2-40B4-BE49-F238E27FC236}">
              <a16:creationId xmlns:a16="http://schemas.microsoft.com/office/drawing/2014/main" id="{BC58B751-7BFA-17B7-C497-313E6BF07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>
            <a:extLst>
              <a:ext uri="{FF2B5EF4-FFF2-40B4-BE49-F238E27FC236}">
                <a16:creationId xmlns:a16="http://schemas.microsoft.com/office/drawing/2014/main" id="{42FDF389-6C08-1885-0B50-B816949B86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>
            <a:extLst>
              <a:ext uri="{FF2B5EF4-FFF2-40B4-BE49-F238E27FC236}">
                <a16:creationId xmlns:a16="http://schemas.microsoft.com/office/drawing/2014/main" id="{A80945B8-EAA4-4414-372A-197A24F137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82435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38166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64689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>
          <a:extLst>
            <a:ext uri="{FF2B5EF4-FFF2-40B4-BE49-F238E27FC236}">
              <a16:creationId xmlns:a16="http://schemas.microsoft.com/office/drawing/2014/main" id="{C2E8C67E-C3D3-4CD0-2491-C06AA4C7C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>
            <a:extLst>
              <a:ext uri="{FF2B5EF4-FFF2-40B4-BE49-F238E27FC236}">
                <a16:creationId xmlns:a16="http://schemas.microsoft.com/office/drawing/2014/main" id="{7D592B4F-4815-2836-AF7F-FAFE2BAC52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>
            <a:extLst>
              <a:ext uri="{FF2B5EF4-FFF2-40B4-BE49-F238E27FC236}">
                <a16:creationId xmlns:a16="http://schemas.microsoft.com/office/drawing/2014/main" id="{94F36E21-66E1-F485-3E8C-687A50FE2C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23649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91731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19217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12342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31212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9904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4" name="Google Shape;2984;g132c0d347fb_0_19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5" name="Google Shape;2985;g132c0d347fb_0_19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1" name="Google Shape;1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2" name="Google Shape;1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" name="Google Shape;1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4" name="Google Shape;1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" name="Google Shape;1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" name="Google Shape;1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" name="Google Shape;1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" name="Google Shape;1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" name="Google Shape;1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" name="Google Shape;2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1" name="Google Shape;2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22" name="Google Shape;2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" name="Google Shape;2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" name="Google Shape;2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" name="Google Shape;2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" name="Google Shape;2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" name="Google Shape;2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" name="Google Shape;2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" name="Google Shape;2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0" name="Google Shape;30;p2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31" name="Google Shape;3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32" name="Google Shape;3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" name="Google Shape;3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" name="Google Shape;3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" name="Google Shape;3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" name="Google Shape;3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" name="Google Shape;3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8" name="Google Shape;3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9" name="Google Shape;3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0" name="Google Shape;4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1" name="Google Shape;4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42" name="Google Shape;4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" name="Google Shape;4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" name="Google Shape;4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5" name="Google Shape;4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6" name="Google Shape;4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7" name="Google Shape;4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" name="Google Shape;4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" name="Google Shape;4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0" name="Google Shape;50;p2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51" name="Google Shape;5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2" name="Google Shape;5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" name="Google Shape;5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" name="Google Shape;5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" name="Google Shape;5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" name="Google Shape;5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7" name="Google Shape;5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" name="Google Shape;5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9" name="Google Shape;5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0" name="Google Shape;6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1" name="Google Shape;6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2" name="Google Shape;6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" name="Google Shape;6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" name="Google Shape;6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" name="Google Shape;6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" name="Google Shape;6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" name="Google Shape;6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" name="Google Shape;6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" name="Google Shape;6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70" name="Google Shape;70;p2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71" name="Google Shape;7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72" name="Google Shape;7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" name="Google Shape;7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4" name="Google Shape;7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" name="Google Shape;7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" name="Google Shape;7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7" name="Google Shape;7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8" name="Google Shape;7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9" name="Google Shape;7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" name="Google Shape;8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81" name="Google Shape;8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82" name="Google Shape;8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3" name="Google Shape;8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4" name="Google Shape;8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5" name="Google Shape;8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6" name="Google Shape;8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7" name="Google Shape;8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8" name="Google Shape;8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9" name="Google Shape;8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1340625" y="1354950"/>
            <a:ext cx="6462600" cy="8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2269900" y="3689800"/>
            <a:ext cx="4605900" cy="36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950250" y="4644614"/>
            <a:ext cx="337500" cy="3291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428133" y="4321796"/>
            <a:ext cx="224700" cy="2190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3"/>
          <p:cNvGrpSpPr/>
          <p:nvPr/>
        </p:nvGrpSpPr>
        <p:grpSpPr>
          <a:xfrm>
            <a:off x="-151025" y="-87459"/>
            <a:ext cx="9443950" cy="5336943"/>
            <a:chOff x="1366600" y="892542"/>
            <a:chExt cx="757200" cy="649200"/>
          </a:xfrm>
        </p:grpSpPr>
        <p:grpSp>
          <p:nvGrpSpPr>
            <p:cNvPr id="96" name="Google Shape;96;p3"/>
            <p:cNvGrpSpPr/>
            <p:nvPr/>
          </p:nvGrpSpPr>
          <p:grpSpPr>
            <a:xfrm>
              <a:off x="1366600" y="892542"/>
              <a:ext cx="757199" cy="649200"/>
              <a:chOff x="1366600" y="892542"/>
              <a:chExt cx="757199" cy="649200"/>
            </a:xfrm>
          </p:grpSpPr>
          <p:cxnSp>
            <p:nvCxnSpPr>
              <p:cNvPr id="97" name="Google Shape;97;p3"/>
              <p:cNvCxnSpPr/>
              <p:nvPr/>
            </p:nvCxnSpPr>
            <p:spPr>
              <a:xfrm>
                <a:off x="13666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" name="Google Shape;98;p3"/>
              <p:cNvCxnSpPr/>
              <p:nvPr/>
            </p:nvCxnSpPr>
            <p:spPr>
              <a:xfrm>
                <a:off x="15559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3"/>
              <p:cNvCxnSpPr/>
              <p:nvPr/>
            </p:nvCxnSpPr>
            <p:spPr>
              <a:xfrm>
                <a:off x="17452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3"/>
              <p:cNvCxnSpPr/>
              <p:nvPr/>
            </p:nvCxnSpPr>
            <p:spPr>
              <a:xfrm>
                <a:off x="19344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3"/>
              <p:cNvCxnSpPr/>
              <p:nvPr/>
            </p:nvCxnSpPr>
            <p:spPr>
              <a:xfrm>
                <a:off x="21237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2" name="Google Shape;102;p3"/>
            <p:cNvGrpSpPr/>
            <p:nvPr/>
          </p:nvGrpSpPr>
          <p:grpSpPr>
            <a:xfrm>
              <a:off x="1366600" y="892542"/>
              <a:ext cx="757200" cy="645919"/>
              <a:chOff x="1366600" y="892542"/>
              <a:chExt cx="757200" cy="645919"/>
            </a:xfrm>
          </p:grpSpPr>
          <p:cxnSp>
            <p:nvCxnSpPr>
              <p:cNvPr id="103" name="Google Shape;103;p3"/>
              <p:cNvCxnSpPr/>
              <p:nvPr/>
            </p:nvCxnSpPr>
            <p:spPr>
              <a:xfrm>
                <a:off x="1366600" y="892542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" name="Google Shape;104;p3"/>
              <p:cNvCxnSpPr/>
              <p:nvPr/>
            </p:nvCxnSpPr>
            <p:spPr>
              <a:xfrm>
                <a:off x="1366600" y="1107849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" name="Google Shape;105;p3"/>
              <p:cNvCxnSpPr/>
              <p:nvPr/>
            </p:nvCxnSpPr>
            <p:spPr>
              <a:xfrm>
                <a:off x="1366600" y="1323155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" name="Google Shape;106;p3"/>
              <p:cNvCxnSpPr/>
              <p:nvPr/>
            </p:nvCxnSpPr>
            <p:spPr>
              <a:xfrm>
                <a:off x="1366600" y="1538461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07" name="Google Shape;107;p3"/>
          <p:cNvSpPr txBox="1">
            <a:spLocks noGrp="1"/>
          </p:cNvSpPr>
          <p:nvPr>
            <p:ph type="title" hasCustomPrompt="1"/>
          </p:nvPr>
        </p:nvSpPr>
        <p:spPr>
          <a:xfrm>
            <a:off x="2248150" y="539500"/>
            <a:ext cx="2298300" cy="1143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" name="Google Shape;108;p3"/>
          <p:cNvSpPr txBox="1">
            <a:spLocks noGrp="1"/>
          </p:cNvSpPr>
          <p:nvPr>
            <p:ph type="title" idx="2"/>
          </p:nvPr>
        </p:nvSpPr>
        <p:spPr>
          <a:xfrm>
            <a:off x="2210650" y="1683075"/>
            <a:ext cx="4720200" cy="17646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5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subTitle" idx="1"/>
          </p:nvPr>
        </p:nvSpPr>
        <p:spPr>
          <a:xfrm>
            <a:off x="2242297" y="3984875"/>
            <a:ext cx="2298300" cy="58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600">
                <a:solidFill>
                  <a:schemeClr val="lt1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10" name="Google Shape;110;p3"/>
          <p:cNvGrpSpPr/>
          <p:nvPr/>
        </p:nvGrpSpPr>
        <p:grpSpPr>
          <a:xfrm>
            <a:off x="431076" y="4267148"/>
            <a:ext cx="851140" cy="668466"/>
            <a:chOff x="431076" y="4267148"/>
            <a:chExt cx="851140" cy="668466"/>
          </a:xfrm>
        </p:grpSpPr>
        <p:sp>
          <p:nvSpPr>
            <p:cNvPr id="111" name="Google Shape;111;p3"/>
            <p:cNvSpPr/>
            <p:nvPr/>
          </p:nvSpPr>
          <p:spPr>
            <a:xfrm>
              <a:off x="943815" y="4267148"/>
              <a:ext cx="338400" cy="331200"/>
            </a:xfrm>
            <a:prstGeom prst="star4">
              <a:avLst>
                <a:gd name="adj" fmla="val 12500"/>
              </a:avLst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431076" y="4704914"/>
              <a:ext cx="236700" cy="2307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" name="Google Shape;113;p3"/>
          <p:cNvGrpSpPr/>
          <p:nvPr/>
        </p:nvGrpSpPr>
        <p:grpSpPr>
          <a:xfrm>
            <a:off x="7914990" y="4444025"/>
            <a:ext cx="690064" cy="329108"/>
            <a:chOff x="7740700" y="4100311"/>
            <a:chExt cx="786936" cy="604089"/>
          </a:xfrm>
        </p:grpSpPr>
        <p:grpSp>
          <p:nvGrpSpPr>
            <p:cNvPr id="114" name="Google Shape;114;p3"/>
            <p:cNvGrpSpPr/>
            <p:nvPr/>
          </p:nvGrpSpPr>
          <p:grpSpPr>
            <a:xfrm>
              <a:off x="7740700" y="4149700"/>
              <a:ext cx="737550" cy="554700"/>
              <a:chOff x="7740700" y="4149700"/>
              <a:chExt cx="737550" cy="554700"/>
            </a:xfrm>
          </p:grpSpPr>
          <p:sp>
            <p:nvSpPr>
              <p:cNvPr id="115" name="Google Shape;115;p3"/>
              <p:cNvSpPr/>
              <p:nvPr/>
            </p:nvSpPr>
            <p:spPr>
              <a:xfrm rot="5400000">
                <a:off x="7905550" y="4131700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3"/>
              <p:cNvSpPr/>
              <p:nvPr/>
            </p:nvSpPr>
            <p:spPr>
              <a:xfrm>
                <a:off x="7740700" y="4286500"/>
                <a:ext cx="86400" cy="281100"/>
              </a:xfrm>
              <a:prstGeom prst="rect">
                <a:avLst/>
              </a:prstGeom>
              <a:solidFill>
                <a:schemeClr val="dk2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7" name="Google Shape;117;p3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3" name="Google Shape;613;p13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614" name="Google Shape;614;p13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615" name="Google Shape;615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16" name="Google Shape;616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17" name="Google Shape;617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18" name="Google Shape;618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19" name="Google Shape;619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0" name="Google Shape;620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1" name="Google Shape;621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2" name="Google Shape;622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3" name="Google Shape;623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4" name="Google Shape;624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25" name="Google Shape;625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26" name="Google Shape;626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7" name="Google Shape;627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8" name="Google Shape;628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9" name="Google Shape;629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0" name="Google Shape;630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1" name="Google Shape;631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2" name="Google Shape;632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3" name="Google Shape;633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634" name="Google Shape;634;p13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635" name="Google Shape;635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36" name="Google Shape;636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7" name="Google Shape;637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8" name="Google Shape;638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9" name="Google Shape;639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0" name="Google Shape;640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1" name="Google Shape;641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2" name="Google Shape;642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3" name="Google Shape;643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4" name="Google Shape;644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45" name="Google Shape;645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46" name="Google Shape;646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7" name="Google Shape;647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8" name="Google Shape;648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9" name="Google Shape;649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0" name="Google Shape;650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1" name="Google Shape;651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2" name="Google Shape;652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3" name="Google Shape;653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654" name="Google Shape;654;p13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655" name="Google Shape;655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56" name="Google Shape;656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7" name="Google Shape;657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8" name="Google Shape;658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9" name="Google Shape;659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0" name="Google Shape;660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1" name="Google Shape;661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2" name="Google Shape;662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3" name="Google Shape;663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4" name="Google Shape;664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65" name="Google Shape;665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66" name="Google Shape;666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7" name="Google Shape;667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8" name="Google Shape;668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9" name="Google Shape;669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0" name="Google Shape;670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1" name="Google Shape;671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2" name="Google Shape;672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3" name="Google Shape;673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674" name="Google Shape;674;p13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675" name="Google Shape;675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76" name="Google Shape;676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7" name="Google Shape;677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8" name="Google Shape;678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9" name="Google Shape;679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0" name="Google Shape;680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1" name="Google Shape;681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2" name="Google Shape;682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3" name="Google Shape;683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4" name="Google Shape;684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85" name="Google Shape;685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86" name="Google Shape;686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7" name="Google Shape;687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8" name="Google Shape;688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9" name="Google Shape;689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0" name="Google Shape;690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1" name="Google Shape;691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2" name="Google Shape;692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3" name="Google Shape;693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694" name="Google Shape;694;p13"/>
          <p:cNvSpPr/>
          <p:nvPr/>
        </p:nvSpPr>
        <p:spPr>
          <a:xfrm>
            <a:off x="540475" y="1455200"/>
            <a:ext cx="8063700" cy="334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13"/>
          <p:cNvSpPr txBox="1">
            <a:spLocks noGrp="1"/>
          </p:cNvSpPr>
          <p:nvPr>
            <p:ph type="title"/>
          </p:nvPr>
        </p:nvSpPr>
        <p:spPr>
          <a:xfrm>
            <a:off x="540475" y="342800"/>
            <a:ext cx="8062200" cy="741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9pPr>
          </a:lstStyle>
          <a:p>
            <a:endParaRPr/>
          </a:p>
        </p:txBody>
      </p:sp>
      <p:sp>
        <p:nvSpPr>
          <p:cNvPr id="696" name="Google Shape;696;p13"/>
          <p:cNvSpPr txBox="1">
            <a:spLocks noGrp="1"/>
          </p:cNvSpPr>
          <p:nvPr>
            <p:ph type="subTitle" idx="1"/>
          </p:nvPr>
        </p:nvSpPr>
        <p:spPr>
          <a:xfrm>
            <a:off x="1560930" y="1560781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697" name="Google Shape;697;p13"/>
          <p:cNvSpPr txBox="1">
            <a:spLocks noGrp="1"/>
          </p:cNvSpPr>
          <p:nvPr>
            <p:ph type="subTitle" idx="2"/>
          </p:nvPr>
        </p:nvSpPr>
        <p:spPr>
          <a:xfrm>
            <a:off x="1560930" y="1926486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8" name="Google Shape;698;p13"/>
          <p:cNvSpPr txBox="1">
            <a:spLocks noGrp="1"/>
          </p:cNvSpPr>
          <p:nvPr>
            <p:ph type="subTitle" idx="3"/>
          </p:nvPr>
        </p:nvSpPr>
        <p:spPr>
          <a:xfrm>
            <a:off x="1560930" y="2600306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699" name="Google Shape;699;p13"/>
          <p:cNvSpPr txBox="1">
            <a:spLocks noGrp="1"/>
          </p:cNvSpPr>
          <p:nvPr>
            <p:ph type="subTitle" idx="4"/>
          </p:nvPr>
        </p:nvSpPr>
        <p:spPr>
          <a:xfrm>
            <a:off x="1560930" y="2966011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0" name="Google Shape;700;p13"/>
          <p:cNvSpPr txBox="1">
            <a:spLocks noGrp="1"/>
          </p:cNvSpPr>
          <p:nvPr>
            <p:ph type="subTitle" idx="5"/>
          </p:nvPr>
        </p:nvSpPr>
        <p:spPr>
          <a:xfrm>
            <a:off x="1560930" y="3639831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1" name="Google Shape;701;p13"/>
          <p:cNvSpPr txBox="1">
            <a:spLocks noGrp="1"/>
          </p:cNvSpPr>
          <p:nvPr>
            <p:ph type="subTitle" idx="6"/>
          </p:nvPr>
        </p:nvSpPr>
        <p:spPr>
          <a:xfrm>
            <a:off x="1560930" y="4005536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2" name="Google Shape;702;p13"/>
          <p:cNvSpPr txBox="1">
            <a:spLocks noGrp="1"/>
          </p:cNvSpPr>
          <p:nvPr>
            <p:ph type="subTitle" idx="7"/>
          </p:nvPr>
        </p:nvSpPr>
        <p:spPr>
          <a:xfrm flipH="1">
            <a:off x="4745922" y="1560781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3" name="Google Shape;703;p13"/>
          <p:cNvSpPr txBox="1">
            <a:spLocks noGrp="1"/>
          </p:cNvSpPr>
          <p:nvPr>
            <p:ph type="subTitle" idx="8"/>
          </p:nvPr>
        </p:nvSpPr>
        <p:spPr>
          <a:xfrm flipH="1">
            <a:off x="5365422" y="1926486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4" name="Google Shape;704;p13"/>
          <p:cNvSpPr txBox="1">
            <a:spLocks noGrp="1"/>
          </p:cNvSpPr>
          <p:nvPr>
            <p:ph type="subTitle" idx="9"/>
          </p:nvPr>
        </p:nvSpPr>
        <p:spPr>
          <a:xfrm flipH="1">
            <a:off x="4745922" y="2600306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5" name="Google Shape;705;p13"/>
          <p:cNvSpPr txBox="1">
            <a:spLocks noGrp="1"/>
          </p:cNvSpPr>
          <p:nvPr>
            <p:ph type="subTitle" idx="13"/>
          </p:nvPr>
        </p:nvSpPr>
        <p:spPr>
          <a:xfrm flipH="1">
            <a:off x="5365422" y="2966011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6" name="Google Shape;706;p13"/>
          <p:cNvSpPr txBox="1">
            <a:spLocks noGrp="1"/>
          </p:cNvSpPr>
          <p:nvPr>
            <p:ph type="subTitle" idx="14"/>
          </p:nvPr>
        </p:nvSpPr>
        <p:spPr>
          <a:xfrm flipH="1">
            <a:off x="4745922" y="3639831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7" name="Google Shape;707;p13"/>
          <p:cNvSpPr txBox="1">
            <a:spLocks noGrp="1"/>
          </p:cNvSpPr>
          <p:nvPr>
            <p:ph type="subTitle" idx="15"/>
          </p:nvPr>
        </p:nvSpPr>
        <p:spPr>
          <a:xfrm flipH="1">
            <a:off x="5365422" y="4005536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8" name="Google Shape;708;p13"/>
          <p:cNvSpPr txBox="1">
            <a:spLocks noGrp="1"/>
          </p:cNvSpPr>
          <p:nvPr>
            <p:ph type="title" idx="16" hasCustomPrompt="1"/>
          </p:nvPr>
        </p:nvSpPr>
        <p:spPr>
          <a:xfrm>
            <a:off x="682899" y="1816685"/>
            <a:ext cx="8493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9" name="Google Shape;709;p13"/>
          <p:cNvSpPr txBox="1">
            <a:spLocks noGrp="1"/>
          </p:cNvSpPr>
          <p:nvPr>
            <p:ph type="title" idx="17" hasCustomPrompt="1"/>
          </p:nvPr>
        </p:nvSpPr>
        <p:spPr>
          <a:xfrm>
            <a:off x="682882" y="2860363"/>
            <a:ext cx="8493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0" name="Google Shape;710;p13"/>
          <p:cNvSpPr txBox="1">
            <a:spLocks noGrp="1"/>
          </p:cNvSpPr>
          <p:nvPr>
            <p:ph type="title" idx="18" hasCustomPrompt="1"/>
          </p:nvPr>
        </p:nvSpPr>
        <p:spPr>
          <a:xfrm>
            <a:off x="682882" y="3893540"/>
            <a:ext cx="8493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1" name="Google Shape;711;p13"/>
          <p:cNvSpPr txBox="1">
            <a:spLocks noGrp="1"/>
          </p:cNvSpPr>
          <p:nvPr>
            <p:ph type="title" idx="19" hasCustomPrompt="1"/>
          </p:nvPr>
        </p:nvSpPr>
        <p:spPr>
          <a:xfrm>
            <a:off x="7611818" y="1816685"/>
            <a:ext cx="8493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2" name="Google Shape;712;p13"/>
          <p:cNvSpPr txBox="1">
            <a:spLocks noGrp="1"/>
          </p:cNvSpPr>
          <p:nvPr>
            <p:ph type="title" idx="20" hasCustomPrompt="1"/>
          </p:nvPr>
        </p:nvSpPr>
        <p:spPr>
          <a:xfrm>
            <a:off x="7611818" y="2860363"/>
            <a:ext cx="8493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3" name="Google Shape;713;p13"/>
          <p:cNvSpPr txBox="1">
            <a:spLocks noGrp="1"/>
          </p:cNvSpPr>
          <p:nvPr>
            <p:ph type="title" idx="21" hasCustomPrompt="1"/>
          </p:nvPr>
        </p:nvSpPr>
        <p:spPr>
          <a:xfrm>
            <a:off x="7611818" y="3893540"/>
            <a:ext cx="8493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3_4">
    <p:spTree>
      <p:nvGrpSpPr>
        <p:cNvPr id="1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3" name="Google Shape;1613;p24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614" name="Google Shape;1614;p24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615" name="Google Shape;1615;p2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616" name="Google Shape;1616;p2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17" name="Google Shape;1617;p2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18" name="Google Shape;1618;p2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19" name="Google Shape;1619;p2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0" name="Google Shape;1620;p2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1" name="Google Shape;1621;p2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2" name="Google Shape;1622;p2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3" name="Google Shape;1623;p2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4" name="Google Shape;1624;p2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25" name="Google Shape;1625;p2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626" name="Google Shape;1626;p2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7" name="Google Shape;1627;p2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8" name="Google Shape;1628;p2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9" name="Google Shape;1629;p2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0" name="Google Shape;1630;p2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1" name="Google Shape;1631;p2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2" name="Google Shape;1632;p2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3" name="Google Shape;1633;p2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634" name="Google Shape;1634;p24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635" name="Google Shape;1635;p2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636" name="Google Shape;1636;p2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7" name="Google Shape;1637;p2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8" name="Google Shape;1638;p2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9" name="Google Shape;1639;p2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0" name="Google Shape;1640;p2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1" name="Google Shape;1641;p2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2" name="Google Shape;1642;p2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3" name="Google Shape;1643;p2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4" name="Google Shape;1644;p2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45" name="Google Shape;1645;p2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646" name="Google Shape;1646;p2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7" name="Google Shape;1647;p2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8" name="Google Shape;1648;p2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9" name="Google Shape;1649;p2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0" name="Google Shape;1650;p2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1" name="Google Shape;1651;p2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2" name="Google Shape;1652;p2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3" name="Google Shape;1653;p2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654" name="Google Shape;1654;p24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655" name="Google Shape;1655;p2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656" name="Google Shape;1656;p2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7" name="Google Shape;1657;p2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8" name="Google Shape;1658;p2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9" name="Google Shape;1659;p2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0" name="Google Shape;1660;p2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1" name="Google Shape;1661;p2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2" name="Google Shape;1662;p2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3" name="Google Shape;1663;p2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4" name="Google Shape;1664;p2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65" name="Google Shape;1665;p2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666" name="Google Shape;1666;p2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7" name="Google Shape;1667;p2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8" name="Google Shape;1668;p2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9" name="Google Shape;1669;p2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0" name="Google Shape;1670;p2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1" name="Google Shape;1671;p2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2" name="Google Shape;1672;p2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3" name="Google Shape;1673;p2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674" name="Google Shape;1674;p24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675" name="Google Shape;1675;p2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676" name="Google Shape;1676;p2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7" name="Google Shape;1677;p2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8" name="Google Shape;1678;p2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9" name="Google Shape;1679;p2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0" name="Google Shape;1680;p2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1" name="Google Shape;1681;p2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2" name="Google Shape;1682;p2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3" name="Google Shape;1683;p2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4" name="Google Shape;1684;p2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85" name="Google Shape;1685;p2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686" name="Google Shape;1686;p2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7" name="Google Shape;1687;p2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8" name="Google Shape;1688;p2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9" name="Google Shape;1689;p2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90" name="Google Shape;1690;p2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91" name="Google Shape;1691;p2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92" name="Google Shape;1692;p2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93" name="Google Shape;1693;p2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1694" name="Google Shape;1694;p24"/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9pPr>
          </a:lstStyle>
          <a:p>
            <a:endParaRPr/>
          </a:p>
        </p:txBody>
      </p:sp>
      <p:sp>
        <p:nvSpPr>
          <p:cNvPr id="1695" name="Google Shape;1695;p24"/>
          <p:cNvSpPr/>
          <p:nvPr/>
        </p:nvSpPr>
        <p:spPr>
          <a:xfrm>
            <a:off x="540400" y="1458450"/>
            <a:ext cx="8064000" cy="297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6" name="Google Shape;1696;p24"/>
          <p:cNvSpPr txBox="1">
            <a:spLocks noGrp="1"/>
          </p:cNvSpPr>
          <p:nvPr>
            <p:ph type="body" idx="1"/>
          </p:nvPr>
        </p:nvSpPr>
        <p:spPr>
          <a:xfrm>
            <a:off x="815200" y="1454125"/>
            <a:ext cx="7513500" cy="29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b="1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5">
    <p:spTree>
      <p:nvGrpSpPr>
        <p:cNvPr id="1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1" name="Google Shape;1871;p27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872" name="Google Shape;1872;p27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873" name="Google Shape;1873;p2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874" name="Google Shape;1874;p2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5" name="Google Shape;1875;p2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6" name="Google Shape;1876;p2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7" name="Google Shape;1877;p2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8" name="Google Shape;1878;p2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9" name="Google Shape;1879;p2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0" name="Google Shape;1880;p2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1" name="Google Shape;1881;p2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2" name="Google Shape;1882;p2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883" name="Google Shape;1883;p2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884" name="Google Shape;1884;p2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5" name="Google Shape;1885;p2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6" name="Google Shape;1886;p2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7" name="Google Shape;1887;p2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8" name="Google Shape;1888;p2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9" name="Google Shape;1889;p2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0" name="Google Shape;1890;p2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1" name="Google Shape;1891;p2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892" name="Google Shape;1892;p27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893" name="Google Shape;1893;p2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894" name="Google Shape;1894;p2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5" name="Google Shape;1895;p2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6" name="Google Shape;1896;p2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7" name="Google Shape;1897;p2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8" name="Google Shape;1898;p2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9" name="Google Shape;1899;p2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0" name="Google Shape;1900;p2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1" name="Google Shape;1901;p2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2" name="Google Shape;1902;p2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03" name="Google Shape;1903;p2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04" name="Google Shape;1904;p2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5" name="Google Shape;1905;p2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6" name="Google Shape;1906;p2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7" name="Google Shape;1907;p2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8" name="Google Shape;1908;p2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9" name="Google Shape;1909;p2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0" name="Google Shape;1910;p2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1" name="Google Shape;1911;p2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912" name="Google Shape;1912;p27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913" name="Google Shape;1913;p2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914" name="Google Shape;1914;p2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5" name="Google Shape;1915;p2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6" name="Google Shape;1916;p2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7" name="Google Shape;1917;p2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8" name="Google Shape;1918;p2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9" name="Google Shape;1919;p2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0" name="Google Shape;1920;p2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1" name="Google Shape;1921;p2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2" name="Google Shape;1922;p2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23" name="Google Shape;1923;p2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24" name="Google Shape;1924;p2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5" name="Google Shape;1925;p2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6" name="Google Shape;1926;p2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7" name="Google Shape;1927;p2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8" name="Google Shape;1928;p2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9" name="Google Shape;1929;p2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0" name="Google Shape;1930;p2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1" name="Google Shape;1931;p2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932" name="Google Shape;1932;p27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933" name="Google Shape;1933;p2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934" name="Google Shape;1934;p2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5" name="Google Shape;1935;p2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6" name="Google Shape;1936;p2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7" name="Google Shape;1937;p2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8" name="Google Shape;1938;p2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9" name="Google Shape;1939;p2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0" name="Google Shape;1940;p2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1" name="Google Shape;1941;p2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2" name="Google Shape;1942;p2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43" name="Google Shape;1943;p2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44" name="Google Shape;1944;p2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5" name="Google Shape;1945;p2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6" name="Google Shape;1946;p2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7" name="Google Shape;1947;p2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8" name="Google Shape;1948;p2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9" name="Google Shape;1949;p2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50" name="Google Shape;1950;p2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51" name="Google Shape;1951;p2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1952" name="Google Shape;1952;p27"/>
          <p:cNvSpPr txBox="1">
            <a:spLocks noGrp="1"/>
          </p:cNvSpPr>
          <p:nvPr>
            <p:ph type="title"/>
          </p:nvPr>
        </p:nvSpPr>
        <p:spPr>
          <a:xfrm>
            <a:off x="2639875" y="534501"/>
            <a:ext cx="38667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endParaRPr/>
          </a:p>
        </p:txBody>
      </p:sp>
      <p:sp>
        <p:nvSpPr>
          <p:cNvPr id="1953" name="Google Shape;1953;p27"/>
          <p:cNvSpPr txBox="1">
            <a:spLocks noGrp="1"/>
          </p:cNvSpPr>
          <p:nvPr>
            <p:ph type="subTitle" idx="1"/>
          </p:nvPr>
        </p:nvSpPr>
        <p:spPr>
          <a:xfrm>
            <a:off x="2983525" y="1382665"/>
            <a:ext cx="3179400" cy="1175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4" name="Google Shape;1954;p27"/>
          <p:cNvSpPr txBox="1"/>
          <p:nvPr/>
        </p:nvSpPr>
        <p:spPr>
          <a:xfrm>
            <a:off x="1692625" y="4062750"/>
            <a:ext cx="5758800" cy="36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CREDITS: This presentation template was created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Spectral"/>
                <a:ea typeface="Spectral"/>
                <a:cs typeface="Spectral"/>
                <a:sym typeface="Spectr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, and includes icons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Spectral"/>
                <a:ea typeface="Spectral"/>
                <a:cs typeface="Spectral"/>
                <a:sym typeface="Spectr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 b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"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and infographics &amp; images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Spectral"/>
                <a:ea typeface="Spectral"/>
                <a:cs typeface="Spectral"/>
                <a:sym typeface="Spectr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955" name="Google Shape;1955;p27"/>
          <p:cNvSpPr/>
          <p:nvPr/>
        </p:nvSpPr>
        <p:spPr>
          <a:xfrm flipH="1">
            <a:off x="7822627" y="4596843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6" name="Google Shape;1956;p27"/>
          <p:cNvSpPr/>
          <p:nvPr/>
        </p:nvSpPr>
        <p:spPr>
          <a:xfrm flipH="1">
            <a:off x="334652" y="4588866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6_1">
    <p:bg>
      <p:bgPr>
        <a:solidFill>
          <a:schemeClr val="dk1"/>
        </a:solidFill>
        <a:effectLst/>
      </p:bgPr>
    </p:bg>
    <p:spTree>
      <p:nvGrpSpPr>
        <p:cNvPr id="1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9" name="Google Shape;2049;p29"/>
          <p:cNvGrpSpPr/>
          <p:nvPr/>
        </p:nvGrpSpPr>
        <p:grpSpPr>
          <a:xfrm>
            <a:off x="-151025" y="-87459"/>
            <a:ext cx="9443950" cy="5336943"/>
            <a:chOff x="1366600" y="892542"/>
            <a:chExt cx="757200" cy="649200"/>
          </a:xfrm>
        </p:grpSpPr>
        <p:grpSp>
          <p:nvGrpSpPr>
            <p:cNvPr id="2050" name="Google Shape;2050;p29"/>
            <p:cNvGrpSpPr/>
            <p:nvPr/>
          </p:nvGrpSpPr>
          <p:grpSpPr>
            <a:xfrm>
              <a:off x="1366600" y="892542"/>
              <a:ext cx="757199" cy="649200"/>
              <a:chOff x="1366600" y="892542"/>
              <a:chExt cx="757199" cy="649200"/>
            </a:xfrm>
          </p:grpSpPr>
          <p:cxnSp>
            <p:nvCxnSpPr>
              <p:cNvPr id="2051" name="Google Shape;2051;p29"/>
              <p:cNvCxnSpPr/>
              <p:nvPr/>
            </p:nvCxnSpPr>
            <p:spPr>
              <a:xfrm>
                <a:off x="13666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2" name="Google Shape;2052;p29"/>
              <p:cNvCxnSpPr/>
              <p:nvPr/>
            </p:nvCxnSpPr>
            <p:spPr>
              <a:xfrm>
                <a:off x="15559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3" name="Google Shape;2053;p29"/>
              <p:cNvCxnSpPr/>
              <p:nvPr/>
            </p:nvCxnSpPr>
            <p:spPr>
              <a:xfrm>
                <a:off x="17452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4" name="Google Shape;2054;p29"/>
              <p:cNvCxnSpPr/>
              <p:nvPr/>
            </p:nvCxnSpPr>
            <p:spPr>
              <a:xfrm>
                <a:off x="19344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5" name="Google Shape;2055;p29"/>
              <p:cNvCxnSpPr/>
              <p:nvPr/>
            </p:nvCxnSpPr>
            <p:spPr>
              <a:xfrm>
                <a:off x="21237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056" name="Google Shape;2056;p29"/>
            <p:cNvGrpSpPr/>
            <p:nvPr/>
          </p:nvGrpSpPr>
          <p:grpSpPr>
            <a:xfrm>
              <a:off x="1366600" y="892542"/>
              <a:ext cx="757200" cy="645919"/>
              <a:chOff x="1366600" y="892542"/>
              <a:chExt cx="757200" cy="645919"/>
            </a:xfrm>
          </p:grpSpPr>
          <p:cxnSp>
            <p:nvCxnSpPr>
              <p:cNvPr id="2057" name="Google Shape;2057;p29"/>
              <p:cNvCxnSpPr/>
              <p:nvPr/>
            </p:nvCxnSpPr>
            <p:spPr>
              <a:xfrm>
                <a:off x="1366600" y="892542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8" name="Google Shape;2058;p29"/>
              <p:cNvCxnSpPr/>
              <p:nvPr/>
            </p:nvCxnSpPr>
            <p:spPr>
              <a:xfrm>
                <a:off x="1366600" y="1107849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9" name="Google Shape;2059;p29"/>
              <p:cNvCxnSpPr/>
              <p:nvPr/>
            </p:nvCxnSpPr>
            <p:spPr>
              <a:xfrm>
                <a:off x="1366600" y="1323155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0" name="Google Shape;2060;p29"/>
              <p:cNvCxnSpPr/>
              <p:nvPr/>
            </p:nvCxnSpPr>
            <p:spPr>
              <a:xfrm>
                <a:off x="1366600" y="1538461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061" name="Google Shape;2061;p29"/>
          <p:cNvGrpSpPr/>
          <p:nvPr/>
        </p:nvGrpSpPr>
        <p:grpSpPr>
          <a:xfrm rot="-5400000" flipH="1">
            <a:off x="7774437" y="2192363"/>
            <a:ext cx="1764041" cy="758764"/>
            <a:chOff x="6659230" y="279450"/>
            <a:chExt cx="2217246" cy="953700"/>
          </a:xfrm>
        </p:grpSpPr>
        <p:sp>
          <p:nvSpPr>
            <p:cNvPr id="2062" name="Google Shape;2062;p29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9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9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9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29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67" name="Google Shape;2067;p29"/>
          <p:cNvSpPr/>
          <p:nvPr/>
        </p:nvSpPr>
        <p:spPr>
          <a:xfrm flipH="1">
            <a:off x="259229" y="1477639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8" name="Google Shape;2068;p29"/>
          <p:cNvSpPr/>
          <p:nvPr/>
        </p:nvSpPr>
        <p:spPr>
          <a:xfrm flipH="1">
            <a:off x="6813956" y="176164"/>
            <a:ext cx="246900" cy="2403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3" name="Google Shape;483;p9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484" name="Google Shape;484;p9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485" name="Google Shape;48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486" name="Google Shape;48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7" name="Google Shape;48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8" name="Google Shape;48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9" name="Google Shape;48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0" name="Google Shape;49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1" name="Google Shape;49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2" name="Google Shape;49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3" name="Google Shape;49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4" name="Google Shape;49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95" name="Google Shape;49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496" name="Google Shape;49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7" name="Google Shape;49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8" name="Google Shape;49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9" name="Google Shape;49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0" name="Google Shape;50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1" name="Google Shape;50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2" name="Google Shape;50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3" name="Google Shape;50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04" name="Google Shape;504;p9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505" name="Google Shape;50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06" name="Google Shape;50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7" name="Google Shape;50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8" name="Google Shape;50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9" name="Google Shape;50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0" name="Google Shape;51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1" name="Google Shape;51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2" name="Google Shape;51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3" name="Google Shape;51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4" name="Google Shape;51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15" name="Google Shape;51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516" name="Google Shape;51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7" name="Google Shape;51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9" name="Google Shape;51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0" name="Google Shape;52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1" name="Google Shape;52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3" name="Google Shape;52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24" name="Google Shape;524;p9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525" name="Google Shape;52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26" name="Google Shape;52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7" name="Google Shape;52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8" name="Google Shape;52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9" name="Google Shape;52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0" name="Google Shape;53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1" name="Google Shape;53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2" name="Google Shape;53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3" name="Google Shape;53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4" name="Google Shape;53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35" name="Google Shape;53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536" name="Google Shape;53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7" name="Google Shape;53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8" name="Google Shape;53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9" name="Google Shape;53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0" name="Google Shape;54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1" name="Google Shape;54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3" name="Google Shape;54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44" name="Google Shape;544;p9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545" name="Google Shape;54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46" name="Google Shape;54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7" name="Google Shape;54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8" name="Google Shape;54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9" name="Google Shape;54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0" name="Google Shape;55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1" name="Google Shape;55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2" name="Google Shape;55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3" name="Google Shape;55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4" name="Google Shape;55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55" name="Google Shape;55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556" name="Google Shape;55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7" name="Google Shape;55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8" name="Google Shape;55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2" name="Google Shape;56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3" name="Google Shape;56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64" name="Google Shape;564;p9"/>
          <p:cNvSpPr/>
          <p:nvPr/>
        </p:nvSpPr>
        <p:spPr>
          <a:xfrm>
            <a:off x="1114800" y="1086000"/>
            <a:ext cx="6914400" cy="2971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9"/>
          <p:cNvSpPr txBox="1">
            <a:spLocks noGrp="1"/>
          </p:cNvSpPr>
          <p:nvPr>
            <p:ph type="title"/>
          </p:nvPr>
        </p:nvSpPr>
        <p:spPr>
          <a:xfrm>
            <a:off x="2098025" y="1609100"/>
            <a:ext cx="4947600" cy="7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66" name="Google Shape;566;p9"/>
          <p:cNvSpPr txBox="1">
            <a:spLocks noGrp="1"/>
          </p:cNvSpPr>
          <p:nvPr>
            <p:ph type="subTitle" idx="1"/>
          </p:nvPr>
        </p:nvSpPr>
        <p:spPr>
          <a:xfrm>
            <a:off x="2098025" y="2389294"/>
            <a:ext cx="4947600" cy="11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567" name="Google Shape;567;p9"/>
          <p:cNvGrpSpPr/>
          <p:nvPr/>
        </p:nvGrpSpPr>
        <p:grpSpPr>
          <a:xfrm>
            <a:off x="8031636" y="337016"/>
            <a:ext cx="820754" cy="1064503"/>
            <a:chOff x="7465916" y="720492"/>
            <a:chExt cx="1139144" cy="1477450"/>
          </a:xfrm>
        </p:grpSpPr>
        <p:sp>
          <p:nvSpPr>
            <p:cNvPr id="568" name="Google Shape;568;p9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9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9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9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9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9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4" name="Google Shape;574;p9"/>
          <p:cNvSpPr/>
          <p:nvPr/>
        </p:nvSpPr>
        <p:spPr>
          <a:xfrm flipH="1">
            <a:off x="7822627" y="4596843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4562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8" name="Google Shape;898;p16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899" name="Google Shape;899;p16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900" name="Google Shape;900;p1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901" name="Google Shape;901;p1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2" name="Google Shape;902;p1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3" name="Google Shape;903;p1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4" name="Google Shape;904;p1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5" name="Google Shape;905;p1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6" name="Google Shape;906;p1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7" name="Google Shape;907;p1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8" name="Google Shape;908;p1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09" name="Google Shape;909;p1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10" name="Google Shape;910;p1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911" name="Google Shape;911;p1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2" name="Google Shape;912;p1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3" name="Google Shape;913;p1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4" name="Google Shape;914;p1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5" name="Google Shape;915;p1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6" name="Google Shape;916;p1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7" name="Google Shape;917;p1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18" name="Google Shape;918;p1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19" name="Google Shape;919;p16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920" name="Google Shape;920;p1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921" name="Google Shape;921;p1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2" name="Google Shape;922;p1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3" name="Google Shape;923;p1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4" name="Google Shape;924;p1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5" name="Google Shape;925;p1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6" name="Google Shape;926;p1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7" name="Google Shape;927;p1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8" name="Google Shape;928;p1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9" name="Google Shape;929;p1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30" name="Google Shape;930;p1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931" name="Google Shape;931;p1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2" name="Google Shape;932;p1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3" name="Google Shape;933;p1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4" name="Google Shape;934;p1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5" name="Google Shape;935;p1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6" name="Google Shape;936;p1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7" name="Google Shape;937;p1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38" name="Google Shape;938;p1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39" name="Google Shape;939;p16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940" name="Google Shape;940;p1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941" name="Google Shape;941;p1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2" name="Google Shape;942;p1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3" name="Google Shape;943;p1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4" name="Google Shape;944;p1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5" name="Google Shape;945;p1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6" name="Google Shape;946;p1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7" name="Google Shape;947;p1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8" name="Google Shape;948;p1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9" name="Google Shape;949;p1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50" name="Google Shape;950;p1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951" name="Google Shape;951;p1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2" name="Google Shape;952;p1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3" name="Google Shape;953;p1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4" name="Google Shape;954;p1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5" name="Google Shape;955;p1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6" name="Google Shape;956;p1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7" name="Google Shape;957;p1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8" name="Google Shape;958;p1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59" name="Google Shape;959;p16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960" name="Google Shape;960;p1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961" name="Google Shape;961;p1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2" name="Google Shape;962;p1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3" name="Google Shape;963;p1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4" name="Google Shape;964;p1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5" name="Google Shape;965;p1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6" name="Google Shape;966;p1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7" name="Google Shape;967;p1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8" name="Google Shape;968;p1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69" name="Google Shape;969;p1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70" name="Google Shape;970;p1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971" name="Google Shape;971;p1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2" name="Google Shape;972;p1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3" name="Google Shape;973;p1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4" name="Google Shape;974;p1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5" name="Google Shape;975;p1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6" name="Google Shape;976;p1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7" name="Google Shape;977;p1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78" name="Google Shape;978;p1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979" name="Google Shape;979;p16"/>
          <p:cNvSpPr txBox="1">
            <a:spLocks noGrp="1"/>
          </p:cNvSpPr>
          <p:nvPr>
            <p:ph type="subTitle" idx="1"/>
          </p:nvPr>
        </p:nvSpPr>
        <p:spPr>
          <a:xfrm>
            <a:off x="713225" y="1543477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980" name="Google Shape;980;p16"/>
          <p:cNvSpPr txBox="1">
            <a:spLocks noGrp="1"/>
          </p:cNvSpPr>
          <p:nvPr>
            <p:ph type="subTitle" idx="2"/>
          </p:nvPr>
        </p:nvSpPr>
        <p:spPr>
          <a:xfrm>
            <a:off x="713214" y="1877951"/>
            <a:ext cx="3749100" cy="9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1" name="Google Shape;981;p16"/>
          <p:cNvSpPr txBox="1">
            <a:spLocks noGrp="1"/>
          </p:cNvSpPr>
          <p:nvPr>
            <p:ph type="subTitle" idx="3"/>
          </p:nvPr>
        </p:nvSpPr>
        <p:spPr>
          <a:xfrm>
            <a:off x="2697450" y="3039978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982" name="Google Shape;982;p16"/>
          <p:cNvSpPr txBox="1">
            <a:spLocks noGrp="1"/>
          </p:cNvSpPr>
          <p:nvPr>
            <p:ph type="subTitle" idx="4"/>
          </p:nvPr>
        </p:nvSpPr>
        <p:spPr>
          <a:xfrm>
            <a:off x="2697450" y="3378023"/>
            <a:ext cx="37491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3" name="Google Shape;983;p16"/>
          <p:cNvSpPr txBox="1">
            <a:spLocks noGrp="1"/>
          </p:cNvSpPr>
          <p:nvPr>
            <p:ph type="subTitle" idx="5"/>
          </p:nvPr>
        </p:nvSpPr>
        <p:spPr>
          <a:xfrm>
            <a:off x="4681685" y="1543477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984" name="Google Shape;984;p16"/>
          <p:cNvSpPr txBox="1">
            <a:spLocks noGrp="1"/>
          </p:cNvSpPr>
          <p:nvPr>
            <p:ph type="subTitle" idx="6"/>
          </p:nvPr>
        </p:nvSpPr>
        <p:spPr>
          <a:xfrm>
            <a:off x="4681686" y="1878701"/>
            <a:ext cx="37491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5" name="Google Shape;985;p16"/>
          <p:cNvSpPr txBox="1">
            <a:spLocks noGrp="1"/>
          </p:cNvSpPr>
          <p:nvPr>
            <p:ph type="title"/>
          </p:nvPr>
        </p:nvSpPr>
        <p:spPr>
          <a:xfrm>
            <a:off x="539496" y="342543"/>
            <a:ext cx="8064900" cy="74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9pPr>
          </a:lstStyle>
          <a:p>
            <a:endParaRPr/>
          </a:p>
        </p:txBody>
      </p:sp>
      <p:sp>
        <p:nvSpPr>
          <p:cNvPr id="986" name="Google Shape;986;p16"/>
          <p:cNvSpPr/>
          <p:nvPr/>
        </p:nvSpPr>
        <p:spPr>
          <a:xfrm>
            <a:off x="4979394" y="4633665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8341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700" y="339325"/>
            <a:ext cx="8083800" cy="75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37508"/>
            <a:ext cx="7717500" cy="3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9" r:id="rId3"/>
    <p:sldLayoutId id="2147483670" r:id="rId4"/>
    <p:sldLayoutId id="2147483673" r:id="rId5"/>
    <p:sldLayoutId id="2147483675" r:id="rId6"/>
    <p:sldLayoutId id="2147483681" r:id="rId7"/>
    <p:sldLayoutId id="2147483682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33"/>
          <p:cNvSpPr/>
          <p:nvPr/>
        </p:nvSpPr>
        <p:spPr>
          <a:xfrm>
            <a:off x="1118025" y="1086025"/>
            <a:ext cx="6908700" cy="222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080" name="Google Shape;2080;p33"/>
          <p:cNvSpPr txBox="1">
            <a:spLocks noGrp="1"/>
          </p:cNvSpPr>
          <p:nvPr>
            <p:ph type="subTitle" idx="1"/>
          </p:nvPr>
        </p:nvSpPr>
        <p:spPr>
          <a:xfrm>
            <a:off x="1976876" y="3690492"/>
            <a:ext cx="5190098" cy="112285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ro-RO" sz="1200" noProof="0" dirty="0"/>
              <a:t>2025 – 2026 (Sem. I)</a:t>
            </a:r>
            <a:br>
              <a:rPr lang="ro-RO" sz="1200" noProof="0" dirty="0"/>
            </a:br>
            <a:r>
              <a:rPr lang="ro-RO" sz="1200" noProof="0" dirty="0"/>
              <a:t>Drd. Ștefan Iordache</a:t>
            </a:r>
            <a:br>
              <a:rPr lang="ro-RO" sz="1200" noProof="0" dirty="0"/>
            </a:br>
            <a:r>
              <a:rPr lang="ro-RO" sz="1200" noProof="0" dirty="0"/>
              <a:t>Conf. </a:t>
            </a:r>
            <a:r>
              <a:rPr lang="ro-RO" sz="1200" dirty="0"/>
              <a:t>Dr. Ciprian Păduraru</a:t>
            </a:r>
            <a:br>
              <a:rPr lang="ro-RO" sz="1200" noProof="0" dirty="0"/>
            </a:br>
            <a:r>
              <a:rPr lang="ro-RO" sz="1200" noProof="0" dirty="0"/>
              <a:t>Facultatea de Matematică și Informatică</a:t>
            </a:r>
          </a:p>
          <a:p>
            <a:pPr marL="0" indent="0"/>
            <a:r>
              <a:rPr lang="ro-RO" sz="1200" noProof="0" dirty="0"/>
              <a:t>Universitatea din București</a:t>
            </a:r>
          </a:p>
        </p:txBody>
      </p:sp>
      <p:sp>
        <p:nvSpPr>
          <p:cNvPr id="2081" name="Google Shape;2081;p33"/>
          <p:cNvSpPr txBox="1">
            <a:spLocks noGrp="1"/>
          </p:cNvSpPr>
          <p:nvPr>
            <p:ph type="ctrTitle"/>
          </p:nvPr>
        </p:nvSpPr>
        <p:spPr>
          <a:xfrm>
            <a:off x="1340625" y="1354950"/>
            <a:ext cx="6462600" cy="83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noProof="0" dirty="0"/>
              <a:t>Introducere în </a:t>
            </a:r>
            <a:r>
              <a:rPr lang="ro-RO" sz="3200" noProof="0" dirty="0" err="1"/>
              <a:t>Reinforcement</a:t>
            </a:r>
            <a:r>
              <a:rPr lang="ro-RO" sz="3200" noProof="0" dirty="0"/>
              <a:t> </a:t>
            </a:r>
            <a:r>
              <a:rPr lang="ro-RO" sz="3200" noProof="0" dirty="0" err="1"/>
              <a:t>Learning</a:t>
            </a:r>
            <a:endParaRPr lang="ro-RO" sz="3200" noProof="0" dirty="0"/>
          </a:p>
        </p:txBody>
      </p:sp>
      <p:sp>
        <p:nvSpPr>
          <p:cNvPr id="2082" name="Google Shape;2082;p33"/>
          <p:cNvSpPr/>
          <p:nvPr/>
        </p:nvSpPr>
        <p:spPr>
          <a:xfrm>
            <a:off x="2649300" y="2361196"/>
            <a:ext cx="3872285" cy="68931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ro-RO" noProof="0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Merriweather"/>
              </a:rPr>
              <a:t>Cursul #7</a:t>
            </a:r>
            <a:endParaRPr lang="ro-RO" b="0" i="0" noProof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Merriweather"/>
            </a:endParaRPr>
          </a:p>
        </p:txBody>
      </p:sp>
      <p:sp>
        <p:nvSpPr>
          <p:cNvPr id="2083" name="Google Shape;2083;p33"/>
          <p:cNvSpPr/>
          <p:nvPr/>
        </p:nvSpPr>
        <p:spPr>
          <a:xfrm>
            <a:off x="3261615" y="2357391"/>
            <a:ext cx="2647657" cy="68931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endParaRPr lang="ro-RO" b="0" i="0" noProof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Merriweather"/>
            </a:endParaRPr>
          </a:p>
        </p:txBody>
      </p:sp>
      <p:grpSp>
        <p:nvGrpSpPr>
          <p:cNvPr id="2084" name="Google Shape;2084;p33"/>
          <p:cNvGrpSpPr/>
          <p:nvPr/>
        </p:nvGrpSpPr>
        <p:grpSpPr>
          <a:xfrm>
            <a:off x="7803335" y="4060517"/>
            <a:ext cx="798976" cy="380999"/>
            <a:chOff x="7740700" y="4100311"/>
            <a:chExt cx="786936" cy="604089"/>
          </a:xfrm>
        </p:grpSpPr>
        <p:grpSp>
          <p:nvGrpSpPr>
            <p:cNvPr id="2085" name="Google Shape;2085;p33"/>
            <p:cNvGrpSpPr/>
            <p:nvPr/>
          </p:nvGrpSpPr>
          <p:grpSpPr>
            <a:xfrm>
              <a:off x="7740700" y="4149700"/>
              <a:ext cx="737550" cy="554700"/>
              <a:chOff x="7740700" y="4149700"/>
              <a:chExt cx="737550" cy="554700"/>
            </a:xfrm>
          </p:grpSpPr>
          <p:sp>
            <p:nvSpPr>
              <p:cNvPr id="2086" name="Google Shape;2086;p33"/>
              <p:cNvSpPr/>
              <p:nvPr/>
            </p:nvSpPr>
            <p:spPr>
              <a:xfrm rot="5400000">
                <a:off x="7905550" y="4131700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ro-RO" noProof="0" dirty="0"/>
              </a:p>
            </p:txBody>
          </p:sp>
          <p:sp>
            <p:nvSpPr>
              <p:cNvPr id="2087" name="Google Shape;2087;p33"/>
              <p:cNvSpPr/>
              <p:nvPr/>
            </p:nvSpPr>
            <p:spPr>
              <a:xfrm>
                <a:off x="7740700" y="4286500"/>
                <a:ext cx="86400" cy="281100"/>
              </a:xfrm>
              <a:prstGeom prst="rect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ro-RO" noProof="0" dirty="0"/>
              </a:p>
            </p:txBody>
          </p:sp>
        </p:grpSp>
        <p:sp>
          <p:nvSpPr>
            <p:cNvPr id="2088" name="Google Shape;2088;p33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2089" name="Google Shape;2089;p33"/>
          <p:cNvSpPr/>
          <p:nvPr/>
        </p:nvSpPr>
        <p:spPr>
          <a:xfrm>
            <a:off x="2102264" y="175464"/>
            <a:ext cx="337500" cy="3291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090" name="Google Shape;2090;p33"/>
          <p:cNvSpPr/>
          <p:nvPr/>
        </p:nvSpPr>
        <p:spPr>
          <a:xfrm>
            <a:off x="948396" y="1289701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091" name="Google Shape;2091;p33"/>
          <p:cNvSpPr/>
          <p:nvPr/>
        </p:nvSpPr>
        <p:spPr>
          <a:xfrm>
            <a:off x="7248344" y="3112759"/>
            <a:ext cx="427200" cy="4164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grpSp>
        <p:nvGrpSpPr>
          <p:cNvPr id="2092" name="Google Shape;2092;p33"/>
          <p:cNvGrpSpPr/>
          <p:nvPr/>
        </p:nvGrpSpPr>
        <p:grpSpPr>
          <a:xfrm>
            <a:off x="7459073" y="337966"/>
            <a:ext cx="1143140" cy="598828"/>
            <a:chOff x="7055900" y="279450"/>
            <a:chExt cx="1820576" cy="953700"/>
          </a:xfrm>
        </p:grpSpPr>
        <p:sp>
          <p:nvSpPr>
            <p:cNvPr id="2093" name="Google Shape;2093;p33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094" name="Google Shape;2094;p33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095" name="Google Shape;2095;p33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096" name="Google Shape;2096;p33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097" name="Google Shape;2097;p33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2098" name="Google Shape;2098;p33"/>
          <p:cNvGrpSpPr/>
          <p:nvPr/>
        </p:nvGrpSpPr>
        <p:grpSpPr>
          <a:xfrm>
            <a:off x="539126" y="3307343"/>
            <a:ext cx="584139" cy="656583"/>
            <a:chOff x="848509" y="2822478"/>
            <a:chExt cx="624748" cy="702228"/>
          </a:xfrm>
        </p:grpSpPr>
        <p:sp>
          <p:nvSpPr>
            <p:cNvPr id="2099" name="Google Shape;2099;p33"/>
            <p:cNvSpPr/>
            <p:nvPr/>
          </p:nvSpPr>
          <p:spPr>
            <a:xfrm rot="-5400000">
              <a:off x="950207" y="3001656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100" name="Google Shape;2100;p33"/>
            <p:cNvSpPr/>
            <p:nvPr/>
          </p:nvSpPr>
          <p:spPr>
            <a:xfrm rot="-5400000">
              <a:off x="904258" y="2953980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101" name="Google Shape;2101;p33"/>
            <p:cNvSpPr/>
            <p:nvPr/>
          </p:nvSpPr>
          <p:spPr>
            <a:xfrm rot="-5400000">
              <a:off x="858308" y="2906304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102" name="Google Shape;2102;p33"/>
            <p:cNvSpPr/>
            <p:nvPr/>
          </p:nvSpPr>
          <p:spPr>
            <a:xfrm rot="-5400000">
              <a:off x="812359" y="2858628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" name="Google Shape;2150;p36"/>
          <p:cNvGrpSpPr/>
          <p:nvPr/>
        </p:nvGrpSpPr>
        <p:grpSpPr>
          <a:xfrm>
            <a:off x="1812907" y="1955093"/>
            <a:ext cx="731519" cy="822961"/>
            <a:chOff x="4314469" y="1612892"/>
            <a:chExt cx="486900" cy="607800"/>
          </a:xfrm>
        </p:grpSpPr>
        <p:sp>
          <p:nvSpPr>
            <p:cNvPr id="2151" name="Google Shape;2151;p36"/>
            <p:cNvSpPr/>
            <p:nvPr/>
          </p:nvSpPr>
          <p:spPr>
            <a:xfrm rot="5400000" flipH="1">
              <a:off x="4277419" y="1649942"/>
              <a:ext cx="5610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36"/>
            <p:cNvSpPr/>
            <p:nvPr/>
          </p:nvSpPr>
          <p:spPr>
            <a:xfrm rot="5400000" flipH="1">
              <a:off x="4277419" y="1696742"/>
              <a:ext cx="561000" cy="4869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2" name="Google Shape;2162;p36"/>
          <p:cNvGrpSpPr/>
          <p:nvPr/>
        </p:nvGrpSpPr>
        <p:grpSpPr>
          <a:xfrm>
            <a:off x="4206240" y="3486412"/>
            <a:ext cx="731519" cy="822961"/>
            <a:chOff x="4314469" y="1612892"/>
            <a:chExt cx="486900" cy="607800"/>
          </a:xfrm>
        </p:grpSpPr>
        <p:sp>
          <p:nvSpPr>
            <p:cNvPr id="2163" name="Google Shape;2163;p36"/>
            <p:cNvSpPr/>
            <p:nvPr/>
          </p:nvSpPr>
          <p:spPr>
            <a:xfrm rot="5400000" flipH="1">
              <a:off x="4277419" y="1649942"/>
              <a:ext cx="5610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6"/>
            <p:cNvSpPr/>
            <p:nvPr/>
          </p:nvSpPr>
          <p:spPr>
            <a:xfrm rot="5400000" flipH="1">
              <a:off x="4277419" y="1696742"/>
              <a:ext cx="561000" cy="4869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65" name="Google Shape;2165;p36"/>
          <p:cNvSpPr txBox="1">
            <a:spLocks noGrp="1"/>
          </p:cNvSpPr>
          <p:nvPr>
            <p:ph type="title"/>
          </p:nvPr>
        </p:nvSpPr>
        <p:spPr>
          <a:xfrm>
            <a:off x="540475" y="342800"/>
            <a:ext cx="8062200" cy="7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Cuprins</a:t>
            </a:r>
            <a:endParaRPr/>
          </a:p>
        </p:txBody>
      </p:sp>
      <p:sp>
        <p:nvSpPr>
          <p:cNvPr id="2166" name="Google Shape;2166;p36"/>
          <p:cNvSpPr txBox="1">
            <a:spLocks noGrp="1"/>
          </p:cNvSpPr>
          <p:nvPr>
            <p:ph type="subTitle" idx="1"/>
          </p:nvPr>
        </p:nvSpPr>
        <p:spPr>
          <a:xfrm>
            <a:off x="2603255" y="2258733"/>
            <a:ext cx="2939508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 err="1"/>
              <a:t>Recapitulare</a:t>
            </a:r>
            <a:endParaRPr dirty="0"/>
          </a:p>
        </p:txBody>
      </p:sp>
      <p:sp>
        <p:nvSpPr>
          <p:cNvPr id="2168" name="Google Shape;2168;p36"/>
          <p:cNvSpPr txBox="1">
            <a:spLocks noGrp="1"/>
          </p:cNvSpPr>
          <p:nvPr>
            <p:ph type="subTitle" idx="3"/>
          </p:nvPr>
        </p:nvSpPr>
        <p:spPr>
          <a:xfrm>
            <a:off x="4996605" y="3818298"/>
            <a:ext cx="2221135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Policy-Based RL</a:t>
            </a:r>
            <a:br>
              <a:rPr lang="en-US" dirty="0"/>
            </a:br>
            <a:r>
              <a:rPr lang="en-US" dirty="0"/>
              <a:t>(intro)</a:t>
            </a:r>
            <a:endParaRPr dirty="0"/>
          </a:p>
        </p:txBody>
      </p:sp>
      <p:sp>
        <p:nvSpPr>
          <p:cNvPr id="2178" name="Google Shape;2178;p36"/>
          <p:cNvSpPr txBox="1">
            <a:spLocks noGrp="1"/>
          </p:cNvSpPr>
          <p:nvPr>
            <p:ph type="title" idx="16"/>
          </p:nvPr>
        </p:nvSpPr>
        <p:spPr>
          <a:xfrm>
            <a:off x="1754079" y="2162854"/>
            <a:ext cx="849300" cy="49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79" name="Google Shape;2179;p36"/>
          <p:cNvSpPr txBox="1">
            <a:spLocks noGrp="1"/>
          </p:cNvSpPr>
          <p:nvPr>
            <p:ph type="title" idx="17"/>
          </p:nvPr>
        </p:nvSpPr>
        <p:spPr>
          <a:xfrm>
            <a:off x="4147395" y="3699798"/>
            <a:ext cx="849300" cy="48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184" name="Google Shape;2184;p36"/>
          <p:cNvSpPr/>
          <p:nvPr/>
        </p:nvSpPr>
        <p:spPr>
          <a:xfrm>
            <a:off x="8433925" y="1294527"/>
            <a:ext cx="337500" cy="3291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5" name="Google Shape;2185;p36"/>
          <p:cNvSpPr/>
          <p:nvPr/>
        </p:nvSpPr>
        <p:spPr>
          <a:xfrm>
            <a:off x="957921" y="174426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37"/>
          <p:cNvSpPr txBox="1">
            <a:spLocks noGrp="1"/>
          </p:cNvSpPr>
          <p:nvPr>
            <p:ph type="title" idx="2"/>
          </p:nvPr>
        </p:nvSpPr>
        <p:spPr>
          <a:xfrm>
            <a:off x="2210650" y="1683075"/>
            <a:ext cx="4720200" cy="176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 err="1"/>
              <a:t>Recapitulare</a:t>
            </a:r>
            <a:endParaRPr sz="4400" dirty="0"/>
          </a:p>
        </p:txBody>
      </p:sp>
      <p:sp>
        <p:nvSpPr>
          <p:cNvPr id="2193" name="Google Shape;2193;p37"/>
          <p:cNvSpPr/>
          <p:nvPr/>
        </p:nvSpPr>
        <p:spPr>
          <a:xfrm>
            <a:off x="2295151" y="540928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01</a:t>
            </a:r>
          </a:p>
        </p:txBody>
      </p:sp>
      <p:sp>
        <p:nvSpPr>
          <p:cNvPr id="2194" name="Google Shape;2194;p37"/>
          <p:cNvSpPr/>
          <p:nvPr/>
        </p:nvSpPr>
        <p:spPr>
          <a:xfrm>
            <a:off x="2231651" y="540928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01</a:t>
            </a:r>
          </a:p>
        </p:txBody>
      </p:sp>
      <p:sp>
        <p:nvSpPr>
          <p:cNvPr id="2195" name="Google Shape;2195;p37"/>
          <p:cNvSpPr/>
          <p:nvPr/>
        </p:nvSpPr>
        <p:spPr>
          <a:xfrm>
            <a:off x="1594863" y="1565164"/>
            <a:ext cx="236700" cy="2307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37"/>
          <p:cNvSpPr/>
          <p:nvPr/>
        </p:nvSpPr>
        <p:spPr>
          <a:xfrm>
            <a:off x="6757396" y="3778965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7" name="Google Shape;2197;p37"/>
          <p:cNvGrpSpPr/>
          <p:nvPr/>
        </p:nvGrpSpPr>
        <p:grpSpPr>
          <a:xfrm>
            <a:off x="6939236" y="1683082"/>
            <a:ext cx="1370960" cy="1778111"/>
            <a:chOff x="7465916" y="720492"/>
            <a:chExt cx="1139144" cy="1477450"/>
          </a:xfrm>
        </p:grpSpPr>
        <p:sp>
          <p:nvSpPr>
            <p:cNvPr id="2198" name="Google Shape;2198;p37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37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37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37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37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37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4" name="Google Shape;2204;p37"/>
          <p:cNvGrpSpPr/>
          <p:nvPr/>
        </p:nvGrpSpPr>
        <p:grpSpPr>
          <a:xfrm rot="5400000">
            <a:off x="-149785" y="2103340"/>
            <a:ext cx="1764685" cy="924421"/>
            <a:chOff x="7055900" y="279450"/>
            <a:chExt cx="1820576" cy="953700"/>
          </a:xfrm>
        </p:grpSpPr>
        <p:sp>
          <p:nvSpPr>
            <p:cNvPr id="2205" name="Google Shape;2205;p37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37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37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37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37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0" name="Google Shape;2210;p37"/>
          <p:cNvSpPr/>
          <p:nvPr/>
        </p:nvSpPr>
        <p:spPr>
          <a:xfrm>
            <a:off x="3843151" y="434151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61E8C-6785-9AAB-78E3-519CDDF6C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99;p55">
            <a:extLst>
              <a:ext uri="{FF2B5EF4-FFF2-40B4-BE49-F238E27FC236}">
                <a16:creationId xmlns:a16="http://schemas.microsoft.com/office/drawing/2014/main" id="{CB0022EA-E7D7-E843-5860-34D4D1E55C1B}"/>
              </a:ext>
            </a:extLst>
          </p:cNvPr>
          <p:cNvSpPr txBox="1">
            <a:spLocks/>
          </p:cNvSpPr>
          <p:nvPr/>
        </p:nvSpPr>
        <p:spPr>
          <a:xfrm>
            <a:off x="539550" y="146285"/>
            <a:ext cx="8064900" cy="7407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5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en-GB" sz="3200" dirty="0"/>
              <a:t>Cum </a:t>
            </a:r>
            <a:r>
              <a:rPr lang="en-GB" sz="3200" dirty="0" err="1"/>
              <a:t>funcționează</a:t>
            </a:r>
            <a:r>
              <a:rPr lang="en-GB" sz="3200" dirty="0"/>
              <a:t> DQN/DQL?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B039167-575C-B266-BC8C-D0E9FB330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651" y="886985"/>
            <a:ext cx="7595421" cy="411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5063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12392-D683-CDD2-03CE-529FCE719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99;p55">
            <a:extLst>
              <a:ext uri="{FF2B5EF4-FFF2-40B4-BE49-F238E27FC236}">
                <a16:creationId xmlns:a16="http://schemas.microsoft.com/office/drawing/2014/main" id="{33574F05-564E-E8A3-2305-F938B39F8982}"/>
              </a:ext>
            </a:extLst>
          </p:cNvPr>
          <p:cNvSpPr txBox="1">
            <a:spLocks/>
          </p:cNvSpPr>
          <p:nvPr/>
        </p:nvSpPr>
        <p:spPr>
          <a:xfrm>
            <a:off x="539550" y="146285"/>
            <a:ext cx="8064900" cy="7407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5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ro-RO" sz="3200" dirty="0"/>
              <a:t>Algoritmul #1 – </a:t>
            </a:r>
            <a:r>
              <a:rPr lang="ro-RO" sz="3200" dirty="0" err="1"/>
              <a:t>Dueling</a:t>
            </a:r>
            <a:r>
              <a:rPr lang="ro-RO" sz="3200" dirty="0"/>
              <a:t> DQN vs. DQN</a:t>
            </a:r>
            <a:endParaRPr lang="en-GB" sz="3200" dirty="0"/>
          </a:p>
        </p:txBody>
      </p:sp>
      <p:pic>
        <p:nvPicPr>
          <p:cNvPr id="12290" name="Picture 2" descr="Q-targets, Double DQN and Dueling DQN">
            <a:extLst>
              <a:ext uri="{FF2B5EF4-FFF2-40B4-BE49-F238E27FC236}">
                <a16:creationId xmlns:a16="http://schemas.microsoft.com/office/drawing/2014/main" id="{312BC25A-BA6E-1B47-F552-C47F6B94C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631" y="818901"/>
            <a:ext cx="7900737" cy="4039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8995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>
          <a:extLst>
            <a:ext uri="{FF2B5EF4-FFF2-40B4-BE49-F238E27FC236}">
              <a16:creationId xmlns:a16="http://schemas.microsoft.com/office/drawing/2014/main" id="{B005BD80-A732-47A5-4BFB-2D411AEE9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>
            <a:extLst>
              <a:ext uri="{FF2B5EF4-FFF2-40B4-BE49-F238E27FC236}">
                <a16:creationId xmlns:a16="http://schemas.microsoft.com/office/drawing/2014/main" id="{8C10A96B-3ED1-5A62-FFB9-EE34446C4E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Algoritmul #2 – </a:t>
            </a:r>
            <a:r>
              <a:rPr lang="ro-RO" dirty="0" err="1"/>
              <a:t>Prioritized</a:t>
            </a:r>
            <a:r>
              <a:rPr lang="ro-RO" dirty="0"/>
              <a:t> </a:t>
            </a:r>
            <a:r>
              <a:rPr lang="ro-RO" dirty="0" err="1"/>
              <a:t>Experience</a:t>
            </a:r>
            <a:r>
              <a:rPr lang="ro-RO" dirty="0"/>
              <a:t> Replay (PER)</a:t>
            </a:r>
          </a:p>
        </p:txBody>
      </p:sp>
      <p:sp>
        <p:nvSpPr>
          <p:cNvPr id="2478" name="Google Shape;2478;p45">
            <a:extLst>
              <a:ext uri="{FF2B5EF4-FFF2-40B4-BE49-F238E27FC236}">
                <a16:creationId xmlns:a16="http://schemas.microsoft.com/office/drawing/2014/main" id="{58547302-F64C-3205-28D8-C70444521D27}"/>
              </a:ext>
            </a:extLst>
          </p:cNvPr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414" name="Picture 6">
            <a:extLst>
              <a:ext uri="{FF2B5EF4-FFF2-40B4-BE49-F238E27FC236}">
                <a16:creationId xmlns:a16="http://schemas.microsoft.com/office/drawing/2014/main" id="{23F0C0ED-06D1-4B0E-94D7-69B2D125C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00" y="1826205"/>
            <a:ext cx="8065559" cy="1972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523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>
          <a:extLst>
            <a:ext uri="{FF2B5EF4-FFF2-40B4-BE49-F238E27FC236}">
              <a16:creationId xmlns:a16="http://schemas.microsoft.com/office/drawing/2014/main" id="{D004F049-7AD5-1DCB-2002-2526ACD1E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>
            <a:extLst>
              <a:ext uri="{FF2B5EF4-FFF2-40B4-BE49-F238E27FC236}">
                <a16:creationId xmlns:a16="http://schemas.microsoft.com/office/drawing/2014/main" id="{7A5CD9C0-6C01-CEFE-53C1-67AD32B540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Algoritmul #3 – </a:t>
            </a:r>
            <a:r>
              <a:rPr lang="ro-RO" dirty="0" err="1"/>
              <a:t>Distributional</a:t>
            </a:r>
            <a:r>
              <a:rPr lang="ro-RO" dirty="0"/>
              <a:t> RL (C51)</a:t>
            </a:r>
          </a:p>
        </p:txBody>
      </p:sp>
      <p:sp>
        <p:nvSpPr>
          <p:cNvPr id="2478" name="Google Shape;2478;p45">
            <a:extLst>
              <a:ext uri="{FF2B5EF4-FFF2-40B4-BE49-F238E27FC236}">
                <a16:creationId xmlns:a16="http://schemas.microsoft.com/office/drawing/2014/main" id="{B0A780D7-7675-053F-8B36-D20E1FB8F50C}"/>
              </a:ext>
            </a:extLst>
          </p:cNvPr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22" name="Picture 2">
            <a:extLst>
              <a:ext uri="{FF2B5EF4-FFF2-40B4-BE49-F238E27FC236}">
                <a16:creationId xmlns:a16="http://schemas.microsoft.com/office/drawing/2014/main" id="{8FB5C1E3-FED9-2DE7-9B78-40B6DDEA1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99" y="1563366"/>
            <a:ext cx="5928102" cy="2763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095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>
          <a:extLst>
            <a:ext uri="{FF2B5EF4-FFF2-40B4-BE49-F238E27FC236}">
              <a16:creationId xmlns:a16="http://schemas.microsoft.com/office/drawing/2014/main" id="{C45562E0-67FE-D7E2-6706-C321235D0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>
            <a:extLst>
              <a:ext uri="{FF2B5EF4-FFF2-40B4-BE49-F238E27FC236}">
                <a16:creationId xmlns:a16="http://schemas.microsoft.com/office/drawing/2014/main" id="{54B4C1AD-2A06-865B-05B5-E78D22DA6B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o-RO" dirty="0"/>
              <a:t>Algoritmul #4 – </a:t>
            </a:r>
            <a:r>
              <a:rPr lang="en-US" dirty="0"/>
              <a:t>🌈 </a:t>
            </a:r>
            <a:r>
              <a:rPr lang="en-US" b="1" dirty="0"/>
              <a:t>Rainbow DQN </a:t>
            </a:r>
            <a:endParaRPr lang="ro-RO" dirty="0">
              <a:solidFill>
                <a:srgbClr val="434343"/>
              </a:solidFill>
            </a:endParaRPr>
          </a:p>
        </p:txBody>
      </p:sp>
      <p:sp>
        <p:nvSpPr>
          <p:cNvPr id="2478" name="Google Shape;2478;p45">
            <a:extLst>
              <a:ext uri="{FF2B5EF4-FFF2-40B4-BE49-F238E27FC236}">
                <a16:creationId xmlns:a16="http://schemas.microsoft.com/office/drawing/2014/main" id="{15EFD19B-F3F6-A689-219E-7570E996BC40}"/>
              </a:ext>
            </a:extLst>
          </p:cNvPr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866" name="Picture 2">
            <a:extLst>
              <a:ext uri="{FF2B5EF4-FFF2-40B4-BE49-F238E27FC236}">
                <a16:creationId xmlns:a16="http://schemas.microsoft.com/office/drawing/2014/main" id="{A2EFC9F6-DF98-5F66-DC2A-D16EDF792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293" y="1083339"/>
            <a:ext cx="4044104" cy="3749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868" name="Picture 4">
            <a:extLst>
              <a:ext uri="{FF2B5EF4-FFF2-40B4-BE49-F238E27FC236}">
                <a16:creationId xmlns:a16="http://schemas.microsoft.com/office/drawing/2014/main" id="{C3FBFA0A-89CE-931F-AE1B-5C630E17A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0397" y="1083340"/>
            <a:ext cx="4082287" cy="3749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484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37"/>
          <p:cNvSpPr txBox="1">
            <a:spLocks noGrp="1"/>
          </p:cNvSpPr>
          <p:nvPr>
            <p:ph type="title" idx="2"/>
          </p:nvPr>
        </p:nvSpPr>
        <p:spPr>
          <a:xfrm>
            <a:off x="2210650" y="1683075"/>
            <a:ext cx="4720200" cy="176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Policy-Based RL</a:t>
            </a:r>
            <a:br>
              <a:rPr lang="en" sz="4400" dirty="0"/>
            </a:br>
            <a:r>
              <a:rPr lang="en" sz="4400" dirty="0"/>
              <a:t>(intro)</a:t>
            </a:r>
            <a:endParaRPr sz="4400" dirty="0"/>
          </a:p>
        </p:txBody>
      </p:sp>
      <p:sp>
        <p:nvSpPr>
          <p:cNvPr id="2193" name="Google Shape;2193;p37"/>
          <p:cNvSpPr/>
          <p:nvPr/>
        </p:nvSpPr>
        <p:spPr>
          <a:xfrm>
            <a:off x="2295151" y="540928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</a:t>
            </a:r>
            <a:r>
              <a:rPr lang="en-RO" b="0" i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2</a:t>
            </a:r>
            <a:endParaRPr b="0" i="0"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dk1"/>
              </a:solidFill>
              <a:latin typeface="Merriweather;900"/>
            </a:endParaRPr>
          </a:p>
        </p:txBody>
      </p:sp>
      <p:sp>
        <p:nvSpPr>
          <p:cNvPr id="2195" name="Google Shape;2195;p37"/>
          <p:cNvSpPr/>
          <p:nvPr/>
        </p:nvSpPr>
        <p:spPr>
          <a:xfrm>
            <a:off x="1594863" y="1565164"/>
            <a:ext cx="236700" cy="2307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37"/>
          <p:cNvSpPr/>
          <p:nvPr/>
        </p:nvSpPr>
        <p:spPr>
          <a:xfrm>
            <a:off x="6757396" y="3778965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7" name="Google Shape;2197;p37"/>
          <p:cNvGrpSpPr/>
          <p:nvPr/>
        </p:nvGrpSpPr>
        <p:grpSpPr>
          <a:xfrm>
            <a:off x="6939236" y="1683082"/>
            <a:ext cx="1370960" cy="1778111"/>
            <a:chOff x="7465916" y="720492"/>
            <a:chExt cx="1139144" cy="1477450"/>
          </a:xfrm>
        </p:grpSpPr>
        <p:sp>
          <p:nvSpPr>
            <p:cNvPr id="2198" name="Google Shape;2198;p37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37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37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37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37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37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4" name="Google Shape;2204;p37"/>
          <p:cNvGrpSpPr/>
          <p:nvPr/>
        </p:nvGrpSpPr>
        <p:grpSpPr>
          <a:xfrm rot="5400000">
            <a:off x="-149785" y="2103340"/>
            <a:ext cx="1764685" cy="924421"/>
            <a:chOff x="7055900" y="279450"/>
            <a:chExt cx="1820576" cy="953700"/>
          </a:xfrm>
        </p:grpSpPr>
        <p:sp>
          <p:nvSpPr>
            <p:cNvPr id="2205" name="Google Shape;2205;p37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37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37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37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37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0" name="Google Shape;2210;p37"/>
          <p:cNvSpPr/>
          <p:nvPr/>
        </p:nvSpPr>
        <p:spPr>
          <a:xfrm>
            <a:off x="3843151" y="434151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8310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21C01-FCE4-C258-A2B9-E77EF385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435" y="1143660"/>
            <a:ext cx="6927126" cy="661694"/>
          </a:xfrm>
        </p:spPr>
        <p:txBody>
          <a:bodyPr/>
          <a:lstStyle/>
          <a:p>
            <a:r>
              <a:rPr lang="en-US" sz="3400" dirty="0"/>
              <a:t>Ce </a:t>
            </a:r>
            <a:r>
              <a:rPr lang="en-US" sz="3400" dirty="0" err="1"/>
              <a:t>este</a:t>
            </a:r>
            <a:r>
              <a:rPr lang="en-US" sz="3400" dirty="0"/>
              <a:t> ”Policy-Based RL”?</a:t>
            </a:r>
            <a:endParaRPr lang="en-RO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E86D4E-218F-4F04-6DF0-D85E2C2495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8240" y="2127173"/>
            <a:ext cx="6827519" cy="889153"/>
          </a:xfrm>
        </p:spPr>
        <p:txBody>
          <a:bodyPr/>
          <a:lstStyle/>
          <a:p>
            <a:pPr marL="139700" inden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O </a:t>
            </a:r>
            <a:r>
              <a:rPr lang="en-US" sz="2400" b="1" dirty="0" err="1">
                <a:solidFill>
                  <a:srgbClr val="FF0000"/>
                </a:solidFill>
              </a:rPr>
              <a:t>strategie</a:t>
            </a:r>
            <a:r>
              <a:rPr lang="en-US" sz="2400" b="1" dirty="0">
                <a:solidFill>
                  <a:srgbClr val="FF0000"/>
                </a:solidFill>
              </a:rPr>
              <a:t> de </a:t>
            </a:r>
            <a:r>
              <a:rPr lang="en-US" sz="2400" b="1" dirty="0" err="1">
                <a:solidFill>
                  <a:srgbClr val="FF0000"/>
                </a:solidFill>
              </a:rPr>
              <a:t>învățare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mai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bună</a:t>
            </a:r>
            <a:r>
              <a:rPr lang="en-US" sz="2400" b="1" dirty="0">
                <a:solidFill>
                  <a:srgbClr val="FF0000"/>
                </a:solidFill>
              </a:rPr>
              <a:t>, </a:t>
            </a:r>
            <a:r>
              <a:rPr lang="en-US" sz="2400" b="1" dirty="0" err="1">
                <a:solidFill>
                  <a:srgbClr val="FF0000"/>
                </a:solidFill>
              </a:rPr>
              <a:t>dedicată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cazurilor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în</a:t>
            </a:r>
            <a:r>
              <a:rPr lang="en-US" sz="2400" b="1" dirty="0">
                <a:solidFill>
                  <a:srgbClr val="FF0000"/>
                </a:solidFill>
              </a:rPr>
              <a:t> care </a:t>
            </a:r>
            <a:r>
              <a:rPr lang="en-US" sz="2400" b="1" dirty="0" err="1">
                <a:solidFill>
                  <a:srgbClr val="FF0000"/>
                </a:solidFill>
              </a:rPr>
              <a:t>spațiul</a:t>
            </a:r>
            <a:r>
              <a:rPr lang="en-US" sz="2400" b="1" dirty="0">
                <a:solidFill>
                  <a:srgbClr val="FF0000"/>
                </a:solidFill>
              </a:rPr>
              <a:t> de </a:t>
            </a:r>
            <a:r>
              <a:rPr lang="en-US" sz="2400" b="1" dirty="0" err="1">
                <a:solidFill>
                  <a:srgbClr val="FF0000"/>
                </a:solidFill>
              </a:rPr>
              <a:t>acțiuni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este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continuu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  <a:endParaRPr lang="en-RO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620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820DD-34F3-67A8-AD4A-AF062708F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9446D-7DE8-1E79-7D3D-1372859C3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435" y="1143660"/>
            <a:ext cx="6927126" cy="661694"/>
          </a:xfrm>
        </p:spPr>
        <p:txBody>
          <a:bodyPr/>
          <a:lstStyle/>
          <a:p>
            <a:r>
              <a:rPr lang="en-US" sz="3400" dirty="0" err="1"/>
              <a:t>Unde</a:t>
            </a:r>
            <a:r>
              <a:rPr lang="en-US" sz="3400" dirty="0"/>
              <a:t> apar </a:t>
            </a:r>
            <a:r>
              <a:rPr lang="en-US" sz="3400" dirty="0" err="1"/>
              <a:t>diferențele</a:t>
            </a:r>
            <a:r>
              <a:rPr lang="en-US" sz="3400" dirty="0"/>
              <a:t>?</a:t>
            </a:r>
            <a:endParaRPr lang="en-RO" sz="3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7CA185-9D77-1C06-828C-0599C0539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51" y="1805354"/>
            <a:ext cx="8173497" cy="2123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709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9">
          <a:extLst>
            <a:ext uri="{FF2B5EF4-FFF2-40B4-BE49-F238E27FC236}">
              <a16:creationId xmlns:a16="http://schemas.microsoft.com/office/drawing/2014/main" id="{DDCE9E01-1868-ECFA-20E9-247F0BA1B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p39">
            <a:extLst>
              <a:ext uri="{FF2B5EF4-FFF2-40B4-BE49-F238E27FC236}">
                <a16:creationId xmlns:a16="http://schemas.microsoft.com/office/drawing/2014/main" id="{0AFF24DA-AC17-EA2E-9283-9CBF94D045DB}"/>
              </a:ext>
            </a:extLst>
          </p:cNvPr>
          <p:cNvSpPr/>
          <p:nvPr/>
        </p:nvSpPr>
        <p:spPr>
          <a:xfrm>
            <a:off x="4572000" y="1456874"/>
            <a:ext cx="4032300" cy="350433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32" name="Google Shape;2232;p39">
            <a:extLst>
              <a:ext uri="{FF2B5EF4-FFF2-40B4-BE49-F238E27FC236}">
                <a16:creationId xmlns:a16="http://schemas.microsoft.com/office/drawing/2014/main" id="{8A18B17E-11D4-F14F-009D-AE31A12256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496" y="342543"/>
            <a:ext cx="8064900" cy="7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o-RO" noProof="0" dirty="0"/>
              <a:t>Unde apar diferențele?</a:t>
            </a:r>
          </a:p>
        </p:txBody>
      </p:sp>
      <p:sp>
        <p:nvSpPr>
          <p:cNvPr id="2233" name="Google Shape;2233;p39">
            <a:extLst>
              <a:ext uri="{FF2B5EF4-FFF2-40B4-BE49-F238E27FC236}">
                <a16:creationId xmlns:a16="http://schemas.microsoft.com/office/drawing/2014/main" id="{D1546B5A-9AA4-7771-29FE-4C0774682945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4713600" y="1593159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sz="1800" b="1" noProof="0" dirty="0" err="1"/>
              <a:t>Policy-Based</a:t>
            </a:r>
            <a:r>
              <a:rPr lang="ro-RO" sz="1800" b="1" noProof="0" dirty="0"/>
              <a:t> (ex.: REINFORCE)</a:t>
            </a:r>
          </a:p>
        </p:txBody>
      </p:sp>
      <p:sp>
        <p:nvSpPr>
          <p:cNvPr id="2234" name="Google Shape;2234;p39">
            <a:extLst>
              <a:ext uri="{FF2B5EF4-FFF2-40B4-BE49-F238E27FC236}">
                <a16:creationId xmlns:a16="http://schemas.microsoft.com/office/drawing/2014/main" id="{D1FB69B8-63D9-5D63-1897-E8BF95D8FFDD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4681686" y="1878700"/>
            <a:ext cx="3749100" cy="29746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b="1" dirty="0"/>
              <a:t>Obiectiv: </a:t>
            </a:r>
            <a:r>
              <a:rPr lang="ro-RO" dirty="0"/>
              <a:t>Învățarea parametrilor optimi pentru o politică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b="1" dirty="0"/>
              <a:t>Politica: </a:t>
            </a:r>
            <a:r>
              <a:rPr lang="ro-RO" dirty="0" err="1"/>
              <a:t>Stochastic</a:t>
            </a:r>
            <a:r>
              <a:rPr lang="ro-RO" dirty="0"/>
              <a:t> / Fundamentată în jurul probabilităților de selecție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b="1" dirty="0"/>
              <a:t>Acțiuni: </a:t>
            </a:r>
            <a:r>
              <a:rPr lang="ro-RO" dirty="0"/>
              <a:t>Spațiu continuu!!!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b="1" dirty="0"/>
              <a:t>Varianță: </a:t>
            </a:r>
            <a:r>
              <a:rPr lang="ro-RO" dirty="0"/>
              <a:t>Ridicată (folosim Monte </a:t>
            </a:r>
            <a:r>
              <a:rPr lang="ro-RO" dirty="0" err="1"/>
              <a:t>Carlo</a:t>
            </a:r>
            <a:r>
              <a:rPr lang="ro-RO" dirty="0"/>
              <a:t>)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b="1" dirty="0"/>
              <a:t>Off-</a:t>
            </a:r>
            <a:r>
              <a:rPr lang="ro-RO" b="1" dirty="0" err="1"/>
              <a:t>Policy</a:t>
            </a:r>
            <a:r>
              <a:rPr lang="ro-RO" b="1" dirty="0"/>
              <a:t>: </a:t>
            </a:r>
            <a:r>
              <a:rPr lang="ro-RO" dirty="0"/>
              <a:t>Parțial (crește complexitatea)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b="1" dirty="0" err="1"/>
              <a:t>Sampling</a:t>
            </a:r>
            <a:r>
              <a:rPr lang="ro-RO" b="1" dirty="0"/>
              <a:t>: </a:t>
            </a:r>
            <a:r>
              <a:rPr lang="ro-RO" dirty="0"/>
              <a:t>Monte </a:t>
            </a:r>
            <a:r>
              <a:rPr lang="ro-RO" dirty="0" err="1"/>
              <a:t>Carlo</a:t>
            </a:r>
            <a:r>
              <a:rPr lang="ro-RO" dirty="0"/>
              <a:t>, eficiență slabă</a:t>
            </a:r>
          </a:p>
          <a:p>
            <a:pPr marL="285750" lvl="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ro-RO" dirty="0"/>
          </a:p>
        </p:txBody>
      </p:sp>
      <p:sp>
        <p:nvSpPr>
          <p:cNvPr id="2235" name="Google Shape;2235;p39">
            <a:extLst>
              <a:ext uri="{FF2B5EF4-FFF2-40B4-BE49-F238E27FC236}">
                <a16:creationId xmlns:a16="http://schemas.microsoft.com/office/drawing/2014/main" id="{5225AA9D-1017-BD9A-40F3-6F8859E45BCE}"/>
              </a:ext>
            </a:extLst>
          </p:cNvPr>
          <p:cNvSpPr/>
          <p:nvPr/>
        </p:nvSpPr>
        <p:spPr>
          <a:xfrm>
            <a:off x="539500" y="1456875"/>
            <a:ext cx="4034100" cy="350433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36" name="Google Shape;2236;p39">
            <a:extLst>
              <a:ext uri="{FF2B5EF4-FFF2-40B4-BE49-F238E27FC236}">
                <a16:creationId xmlns:a16="http://schemas.microsoft.com/office/drawing/2014/main" id="{D3C2F1C5-5D27-2D23-4842-C5B30E19BCC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14" y="1593159"/>
            <a:ext cx="3749100" cy="42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o-RO" sz="1800" b="1" noProof="0" dirty="0" err="1"/>
              <a:t>Value-Based</a:t>
            </a:r>
            <a:r>
              <a:rPr lang="ro-RO" sz="1800" b="1" noProof="0" dirty="0"/>
              <a:t> (ex.: Q-</a:t>
            </a:r>
            <a:r>
              <a:rPr lang="ro-RO" sz="1800" b="1" noProof="0" dirty="0" err="1"/>
              <a:t>Learning</a:t>
            </a:r>
            <a:r>
              <a:rPr lang="ro-RO" sz="1800" b="1" noProof="0" dirty="0"/>
              <a:t>)</a:t>
            </a:r>
          </a:p>
        </p:txBody>
      </p:sp>
      <p:sp>
        <p:nvSpPr>
          <p:cNvPr id="2237" name="Google Shape;2237;p39">
            <a:extLst>
              <a:ext uri="{FF2B5EF4-FFF2-40B4-BE49-F238E27FC236}">
                <a16:creationId xmlns:a16="http://schemas.microsoft.com/office/drawing/2014/main" id="{92843672-B586-9C69-91CD-C7F25F39C45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3214" y="1877950"/>
            <a:ext cx="3749100" cy="29230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b="1" dirty="0"/>
              <a:t>Obiectiv: </a:t>
            </a:r>
            <a:r>
              <a:rPr lang="ro-RO" dirty="0"/>
              <a:t>Învățarea funcției Q(s, a); </a:t>
            </a:r>
            <a:r>
              <a:rPr lang="ro-RO" dirty="0" err="1"/>
              <a:t>value</a:t>
            </a:r>
            <a:r>
              <a:rPr lang="ro-RO" dirty="0"/>
              <a:t> </a:t>
            </a:r>
            <a:r>
              <a:rPr lang="ro-RO" dirty="0" err="1"/>
              <a:t>function</a:t>
            </a:r>
            <a:endParaRPr lang="ro-RO" dirty="0"/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b="1" dirty="0"/>
              <a:t>Politica: </a:t>
            </a:r>
            <a:r>
              <a:rPr lang="ro-RO" dirty="0"/>
              <a:t>În general este deterministă (derivată din Q(s, a))</a:t>
            </a: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b="1" noProof="0" dirty="0"/>
              <a:t>A</a:t>
            </a:r>
            <a:r>
              <a:rPr lang="ro-RO" b="1" dirty="0" err="1"/>
              <a:t>cțiuni</a:t>
            </a:r>
            <a:r>
              <a:rPr lang="ro-RO" b="1" dirty="0"/>
              <a:t>: </a:t>
            </a:r>
            <a:r>
              <a:rPr lang="ro-RO" dirty="0"/>
              <a:t>Spațiu discret</a:t>
            </a: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b="1" noProof="0" dirty="0"/>
              <a:t>Va</a:t>
            </a:r>
            <a:r>
              <a:rPr lang="ro-RO" b="1" dirty="0" err="1"/>
              <a:t>rianță</a:t>
            </a:r>
            <a:r>
              <a:rPr lang="ro-RO" b="1" dirty="0"/>
              <a:t>: </a:t>
            </a:r>
            <a:r>
              <a:rPr lang="ro-RO" dirty="0"/>
              <a:t>Scăzută (datorită TD)</a:t>
            </a: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b="1" dirty="0"/>
              <a:t>Off-</a:t>
            </a:r>
            <a:r>
              <a:rPr lang="ro-RO" b="1" dirty="0" err="1"/>
              <a:t>Policy</a:t>
            </a:r>
            <a:r>
              <a:rPr lang="ro-RO" b="1" dirty="0"/>
              <a:t>: </a:t>
            </a:r>
            <a:r>
              <a:rPr lang="ro-RO" dirty="0"/>
              <a:t>Da, comportament nativ</a:t>
            </a: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o-RO" b="1" dirty="0" err="1"/>
              <a:t>Sampling</a:t>
            </a:r>
            <a:r>
              <a:rPr lang="ro-RO" b="1" dirty="0"/>
              <a:t>: </a:t>
            </a:r>
            <a:r>
              <a:rPr lang="ro-RO" dirty="0"/>
              <a:t>Cu ajutorul Temporal </a:t>
            </a:r>
            <a:r>
              <a:rPr lang="ro-RO" dirty="0" err="1"/>
              <a:t>Difference</a:t>
            </a:r>
            <a:endParaRPr lang="ro-RO" dirty="0"/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ro-RO" noProof="0" dirty="0"/>
          </a:p>
        </p:txBody>
      </p:sp>
      <p:sp>
        <p:nvSpPr>
          <p:cNvPr id="2254" name="Google Shape;2254;p39">
            <a:extLst>
              <a:ext uri="{FF2B5EF4-FFF2-40B4-BE49-F238E27FC236}">
                <a16:creationId xmlns:a16="http://schemas.microsoft.com/office/drawing/2014/main" id="{EB42020B-2474-5154-551C-A4DA7E1AD6BE}"/>
              </a:ext>
            </a:extLst>
          </p:cNvPr>
          <p:cNvSpPr/>
          <p:nvPr/>
        </p:nvSpPr>
        <p:spPr>
          <a:xfrm>
            <a:off x="1567166" y="972253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255" name="Google Shape;2255;p39">
            <a:extLst>
              <a:ext uri="{FF2B5EF4-FFF2-40B4-BE49-F238E27FC236}">
                <a16:creationId xmlns:a16="http://schemas.microsoft.com/office/drawing/2014/main" id="{6F302CF0-EBFF-5017-35E5-A5B7D4856B35}"/>
              </a:ext>
            </a:extLst>
          </p:cNvPr>
          <p:cNvSpPr/>
          <p:nvPr/>
        </p:nvSpPr>
        <p:spPr>
          <a:xfrm>
            <a:off x="8430779" y="1280215"/>
            <a:ext cx="338400" cy="3312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273605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9">
          <a:extLst>
            <a:ext uri="{FF2B5EF4-FFF2-40B4-BE49-F238E27FC236}">
              <a16:creationId xmlns:a16="http://schemas.microsoft.com/office/drawing/2014/main" id="{6B292614-C8ED-4EDD-E81C-52E81B2C0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" name="Google Shape;2232;p39">
            <a:extLst>
              <a:ext uri="{FF2B5EF4-FFF2-40B4-BE49-F238E27FC236}">
                <a16:creationId xmlns:a16="http://schemas.microsoft.com/office/drawing/2014/main" id="{208289E8-1C22-D87B-65DF-2375A5B4BC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496" y="342543"/>
            <a:ext cx="8064900" cy="7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o-RO" noProof="0" dirty="0"/>
              <a:t>Unde ne aflăm?</a:t>
            </a:r>
          </a:p>
        </p:txBody>
      </p:sp>
      <p:sp>
        <p:nvSpPr>
          <p:cNvPr id="2254" name="Google Shape;2254;p39">
            <a:extLst>
              <a:ext uri="{FF2B5EF4-FFF2-40B4-BE49-F238E27FC236}">
                <a16:creationId xmlns:a16="http://schemas.microsoft.com/office/drawing/2014/main" id="{95206BBE-2425-7C11-301B-C5CFAF570090}"/>
              </a:ext>
            </a:extLst>
          </p:cNvPr>
          <p:cNvSpPr/>
          <p:nvPr/>
        </p:nvSpPr>
        <p:spPr>
          <a:xfrm>
            <a:off x="1567166" y="972253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pic>
        <p:nvPicPr>
          <p:cNvPr id="16" name="Picture 15" descr="A diagram of a model&#10;&#10;AI-generated content may be incorrect.">
            <a:extLst>
              <a:ext uri="{FF2B5EF4-FFF2-40B4-BE49-F238E27FC236}">
                <a16:creationId xmlns:a16="http://schemas.microsoft.com/office/drawing/2014/main" id="{9493F757-5C03-DCAB-E3C1-E52260845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46" y="984953"/>
            <a:ext cx="7772400" cy="4047960"/>
          </a:xfrm>
          <a:prstGeom prst="rect">
            <a:avLst/>
          </a:prstGeom>
        </p:spPr>
      </p:pic>
      <p:sp>
        <p:nvSpPr>
          <p:cNvPr id="17" name="Double Bracket 16">
            <a:extLst>
              <a:ext uri="{FF2B5EF4-FFF2-40B4-BE49-F238E27FC236}">
                <a16:creationId xmlns:a16="http://schemas.microsoft.com/office/drawing/2014/main" id="{89CE9E61-7BE2-905A-6A64-FE7C3D0055E0}"/>
              </a:ext>
            </a:extLst>
          </p:cNvPr>
          <p:cNvSpPr/>
          <p:nvPr/>
        </p:nvSpPr>
        <p:spPr>
          <a:xfrm>
            <a:off x="539496" y="2571749"/>
            <a:ext cx="2159254" cy="2461163"/>
          </a:xfrm>
          <a:prstGeom prst="bracketPair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194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/>
          <p:cNvSpPr txBox="1">
            <a:spLocks noGrp="1"/>
          </p:cNvSpPr>
          <p:nvPr>
            <p:ph type="title"/>
          </p:nvPr>
        </p:nvSpPr>
        <p:spPr>
          <a:xfrm>
            <a:off x="539550" y="340409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 err="1"/>
              <a:t>Policy</a:t>
            </a:r>
            <a:r>
              <a:rPr lang="ro-RO" sz="2400" dirty="0"/>
              <a:t> </a:t>
            </a:r>
            <a:r>
              <a:rPr lang="ro-RO" sz="2400" dirty="0" err="1"/>
              <a:t>Gradients</a:t>
            </a:r>
            <a:endParaRPr lang="ro-RO" sz="2400" dirty="0"/>
          </a:p>
        </p:txBody>
      </p:sp>
      <p:sp>
        <p:nvSpPr>
          <p:cNvPr id="2478" name="Google Shape;2478;p45"/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9" name="Google Shape;2479;p45"/>
          <p:cNvGrpSpPr/>
          <p:nvPr/>
        </p:nvGrpSpPr>
        <p:grpSpPr>
          <a:xfrm rot="10800000">
            <a:off x="6880759" y="1084709"/>
            <a:ext cx="1151741" cy="355855"/>
            <a:chOff x="7812047" y="4100311"/>
            <a:chExt cx="715589" cy="608196"/>
          </a:xfrm>
        </p:grpSpPr>
        <p:grpSp>
          <p:nvGrpSpPr>
            <p:cNvPr id="2480" name="Google Shape;2480;p45"/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2481" name="Google Shape;2481;p45"/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45"/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3" name="Google Shape;2483;p45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Subtitle 2">
            <a:extLst>
              <a:ext uri="{FF2B5EF4-FFF2-40B4-BE49-F238E27FC236}">
                <a16:creationId xmlns:a16="http://schemas.microsoft.com/office/drawing/2014/main" id="{7617E7F8-5A81-133F-F738-D36F711B0D80}"/>
              </a:ext>
            </a:extLst>
          </p:cNvPr>
          <p:cNvSpPr txBox="1">
            <a:spLocks/>
          </p:cNvSpPr>
          <p:nvPr/>
        </p:nvSpPr>
        <p:spPr>
          <a:xfrm>
            <a:off x="539550" y="1715087"/>
            <a:ext cx="2797328" cy="2619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ectral"/>
              <a:buChar char="●"/>
              <a:defRPr sz="1400" b="1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pPr>
              <a:lnSpc>
                <a:spcPct val="150000"/>
              </a:lnSpc>
            </a:pPr>
            <a:r>
              <a:rPr lang="en-RO" dirty="0">
                <a:solidFill>
                  <a:srgbClr val="FF0000"/>
                </a:solidFill>
              </a:rPr>
              <a:t>Pasul 5 este cel mai important!</a:t>
            </a:r>
          </a:p>
          <a:p>
            <a:pPr>
              <a:lnSpc>
                <a:spcPct val="150000"/>
              </a:lnSpc>
            </a:pPr>
            <a:r>
              <a:rPr lang="en-RO" dirty="0">
                <a:solidFill>
                  <a:schemeClr val="bg1">
                    <a:lumMod val="10000"/>
                  </a:schemeClr>
                </a:solidFill>
              </a:rPr>
              <a:t>Considerând traiectoria τ vom ajusta politica folosind totalul de recompense R(τ).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784F0AEE-44C8-ABDE-55EE-08BF3B246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4770" y="1592258"/>
            <a:ext cx="5005355" cy="2619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6">
            <a:extLst>
              <a:ext uri="{FF2B5EF4-FFF2-40B4-BE49-F238E27FC236}">
                <a16:creationId xmlns:a16="http://schemas.microsoft.com/office/drawing/2014/main" id="{57BD92E0-DC03-1EFA-9853-F08BE757D7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61" r="32836"/>
          <a:stretch/>
        </p:blipFill>
        <p:spPr bwMode="auto">
          <a:xfrm>
            <a:off x="3219165" y="4453427"/>
            <a:ext cx="2705669" cy="406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1297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21C01-FCE4-C258-A2B9-E77EF385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419" y="1114753"/>
            <a:ext cx="6932428" cy="2904354"/>
          </a:xfrm>
        </p:spPr>
        <p:txBody>
          <a:bodyPr/>
          <a:lstStyle/>
          <a:p>
            <a:r>
              <a:rPr lang="en-RO" dirty="0"/>
              <a:t>Policy Gradients?</a:t>
            </a:r>
            <a:br>
              <a:rPr lang="en-RO" dirty="0"/>
            </a:br>
            <a:br>
              <a:rPr lang="en-RO" dirty="0"/>
            </a:br>
            <a:r>
              <a:rPr lang="en-RO" sz="2000" dirty="0"/>
              <a:t>Încercăm direct să maximizăm rezultatul prin pași mici </a:t>
            </a:r>
            <a:r>
              <a:rPr lang="en-RO" sz="2000" dirty="0">
                <a:solidFill>
                  <a:srgbClr val="FF0000"/>
                </a:solidFill>
              </a:rPr>
              <a:t>în direcția gradientului.</a:t>
            </a:r>
            <a:br>
              <a:rPr lang="en-RO" dirty="0">
                <a:solidFill>
                  <a:srgbClr val="FF0000"/>
                </a:solidFill>
              </a:rPr>
            </a:br>
            <a:endParaRPr lang="en-RO" sz="20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9527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/>
          <p:cNvSpPr txBox="1">
            <a:spLocks noGrp="1"/>
          </p:cNvSpPr>
          <p:nvPr>
            <p:ph type="title"/>
          </p:nvPr>
        </p:nvSpPr>
        <p:spPr>
          <a:xfrm>
            <a:off x="539550" y="340409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 err="1"/>
              <a:t>Policy</a:t>
            </a:r>
            <a:r>
              <a:rPr lang="ro-RO" sz="2400" dirty="0"/>
              <a:t> </a:t>
            </a:r>
            <a:r>
              <a:rPr lang="ro-RO" sz="2400" dirty="0" err="1"/>
              <a:t>Gradients</a:t>
            </a:r>
            <a:r>
              <a:rPr lang="ro-RO" sz="2400" dirty="0"/>
              <a:t> - Obiectivul</a:t>
            </a:r>
          </a:p>
        </p:txBody>
      </p:sp>
      <p:sp>
        <p:nvSpPr>
          <p:cNvPr id="2478" name="Google Shape;2478;p45"/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9" name="Google Shape;2479;p45"/>
          <p:cNvGrpSpPr/>
          <p:nvPr/>
        </p:nvGrpSpPr>
        <p:grpSpPr>
          <a:xfrm rot="10800000">
            <a:off x="6880759" y="1084709"/>
            <a:ext cx="1151741" cy="355855"/>
            <a:chOff x="7812047" y="4100311"/>
            <a:chExt cx="715589" cy="608196"/>
          </a:xfrm>
        </p:grpSpPr>
        <p:grpSp>
          <p:nvGrpSpPr>
            <p:cNvPr id="2480" name="Google Shape;2480;p45"/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2481" name="Google Shape;2481;p45"/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45"/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3" name="Google Shape;2483;p45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Subtitle 2">
            <a:extLst>
              <a:ext uri="{FF2B5EF4-FFF2-40B4-BE49-F238E27FC236}">
                <a16:creationId xmlns:a16="http://schemas.microsoft.com/office/drawing/2014/main" id="{7617E7F8-5A81-133F-F738-D36F711B0D80}"/>
              </a:ext>
            </a:extLst>
          </p:cNvPr>
          <p:cNvSpPr txBox="1">
            <a:spLocks/>
          </p:cNvSpPr>
          <p:nvPr/>
        </p:nvSpPr>
        <p:spPr>
          <a:xfrm>
            <a:off x="621436" y="1826271"/>
            <a:ext cx="3233013" cy="2008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ectral"/>
              <a:buChar char="●"/>
              <a:defRPr sz="1400" b="1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pPr>
              <a:lnSpc>
                <a:spcPct val="150000"/>
              </a:lnSpc>
            </a:pPr>
            <a:r>
              <a:rPr lang="en-RO" dirty="0">
                <a:solidFill>
                  <a:schemeClr val="bg1">
                    <a:lumMod val="10000"/>
                  </a:schemeClr>
                </a:solidFill>
              </a:rPr>
              <a:t>Expected reward = </a:t>
            </a:r>
            <a:r>
              <a:rPr lang="en-RO" b="0" dirty="0">
                <a:solidFill>
                  <a:schemeClr val="bg1">
                    <a:lumMod val="10000"/>
                  </a:schemeClr>
                </a:solidFill>
              </a:rPr>
              <a:t>suma probabilității unei </a:t>
            </a:r>
            <a:r>
              <a:rPr lang="en-RO" b="0">
                <a:solidFill>
                  <a:schemeClr val="bg1">
                    <a:lumMod val="10000"/>
                  </a:schemeClr>
                </a:solidFill>
              </a:rPr>
              <a:t>anumite traiectori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i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,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înmulțită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cu</a:t>
            </a:r>
            <a:r>
              <a:rPr lang="en-RO" b="0">
                <a:solidFill>
                  <a:schemeClr val="bg1">
                    <a:lumMod val="10000"/>
                  </a:schemeClr>
                </a:solidFill>
              </a:rPr>
              <a:t> recompens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ele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primite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>
                    <a:lumMod val="10000"/>
                  </a:schemeClr>
                </a:solidFill>
              </a:rPr>
              <a:t>Obiectivul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: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Să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găsim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o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politică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parametrizată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(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θ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) care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realizează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o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traiectorie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optimă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𝛕.</a:t>
            </a:r>
            <a:endParaRPr lang="en-RO" dirty="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42F3B862-9EC6-1224-1925-71CCE3378D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52" r="22015"/>
          <a:stretch/>
        </p:blipFill>
        <p:spPr bwMode="auto">
          <a:xfrm>
            <a:off x="3753132" y="1609412"/>
            <a:ext cx="4360460" cy="713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>
            <a:extLst>
              <a:ext uri="{FF2B5EF4-FFF2-40B4-BE49-F238E27FC236}">
                <a16:creationId xmlns:a16="http://schemas.microsoft.com/office/drawing/2014/main" id="{50FFFC19-9588-4035-5E95-9DE4CA7977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2" r="29552"/>
          <a:stretch/>
        </p:blipFill>
        <p:spPr bwMode="auto">
          <a:xfrm>
            <a:off x="3974908" y="2899589"/>
            <a:ext cx="3916907" cy="77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641512E1-C75F-8AFA-0BCF-6240DCC004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72" r="30694"/>
          <a:stretch>
            <a:fillRect/>
          </a:stretch>
        </p:blipFill>
        <p:spPr bwMode="auto">
          <a:xfrm>
            <a:off x="4180762" y="2374886"/>
            <a:ext cx="3505200" cy="47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A11C4B8-6D72-BC7C-E321-164D55839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361" y="3729092"/>
            <a:ext cx="9144000" cy="50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0508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/>
          <p:cNvSpPr txBox="1">
            <a:spLocks noGrp="1"/>
          </p:cNvSpPr>
          <p:nvPr>
            <p:ph type="title"/>
          </p:nvPr>
        </p:nvSpPr>
        <p:spPr>
          <a:xfrm>
            <a:off x="539550" y="340409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/>
              <a:t>Orizontul (H)</a:t>
            </a:r>
          </a:p>
        </p:txBody>
      </p:sp>
      <p:sp>
        <p:nvSpPr>
          <p:cNvPr id="2478" name="Google Shape;2478;p45"/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9" name="Google Shape;2479;p45"/>
          <p:cNvGrpSpPr/>
          <p:nvPr/>
        </p:nvGrpSpPr>
        <p:grpSpPr>
          <a:xfrm rot="10800000">
            <a:off x="6880759" y="1084709"/>
            <a:ext cx="1151741" cy="355855"/>
            <a:chOff x="7812047" y="4100311"/>
            <a:chExt cx="715589" cy="608196"/>
          </a:xfrm>
        </p:grpSpPr>
        <p:grpSp>
          <p:nvGrpSpPr>
            <p:cNvPr id="2480" name="Google Shape;2480;p45"/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2481" name="Google Shape;2481;p45"/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45"/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3" name="Google Shape;2483;p45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Subtitle 2">
            <a:extLst>
              <a:ext uri="{FF2B5EF4-FFF2-40B4-BE49-F238E27FC236}">
                <a16:creationId xmlns:a16="http://schemas.microsoft.com/office/drawing/2014/main" id="{7617E7F8-5A81-133F-F738-D36F711B0D80}"/>
              </a:ext>
            </a:extLst>
          </p:cNvPr>
          <p:cNvSpPr txBox="1">
            <a:spLocks/>
          </p:cNvSpPr>
          <p:nvPr/>
        </p:nvSpPr>
        <p:spPr>
          <a:xfrm>
            <a:off x="621437" y="1748515"/>
            <a:ext cx="3179464" cy="1646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ectral"/>
              <a:buChar char="●"/>
              <a:defRPr sz="1400" b="1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pPr>
              <a:lnSpc>
                <a:spcPct val="150000"/>
              </a:lnSpc>
            </a:pPr>
            <a:r>
              <a:rPr lang="en-RO" dirty="0">
                <a:solidFill>
                  <a:schemeClr val="bg1">
                    <a:lumMod val="10000"/>
                  </a:schemeClr>
                </a:solidFill>
              </a:rPr>
              <a:t>Introducem recompensele în calcul și exprimăm prin H numărul maxim de pași.</a:t>
            </a:r>
          </a:p>
          <a:p>
            <a:pPr>
              <a:lnSpc>
                <a:spcPct val="150000"/>
              </a:lnSpc>
            </a:pPr>
            <a:r>
              <a:rPr lang="en-RO" b="0" dirty="0">
                <a:solidFill>
                  <a:schemeClr val="bg1">
                    <a:lumMod val="10000"/>
                  </a:schemeClr>
                </a:solidFill>
              </a:rPr>
              <a:t>H poate tinde către infinit, până la o stare terminală, dar în practică nu folosim această ipoteză.</a:t>
            </a: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DF3722AA-C9F3-70CC-98C0-E896B12C6C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90" r="26044"/>
          <a:stretch/>
        </p:blipFill>
        <p:spPr bwMode="auto">
          <a:xfrm>
            <a:off x="3991970" y="2691500"/>
            <a:ext cx="4285397" cy="47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8753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/>
          <p:cNvSpPr txBox="1">
            <a:spLocks noGrp="1"/>
          </p:cNvSpPr>
          <p:nvPr>
            <p:ph type="title"/>
          </p:nvPr>
        </p:nvSpPr>
        <p:spPr>
          <a:xfrm>
            <a:off x="539550" y="340409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/>
              <a:t>Optimizări!</a:t>
            </a:r>
          </a:p>
        </p:txBody>
      </p:sp>
      <p:sp>
        <p:nvSpPr>
          <p:cNvPr id="2478" name="Google Shape;2478;p45"/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9" name="Google Shape;2479;p45"/>
          <p:cNvGrpSpPr/>
          <p:nvPr/>
        </p:nvGrpSpPr>
        <p:grpSpPr>
          <a:xfrm rot="10800000">
            <a:off x="6880759" y="1084709"/>
            <a:ext cx="1151741" cy="355855"/>
            <a:chOff x="7812047" y="4100311"/>
            <a:chExt cx="715589" cy="608196"/>
          </a:xfrm>
        </p:grpSpPr>
        <p:grpSp>
          <p:nvGrpSpPr>
            <p:cNvPr id="2480" name="Google Shape;2480;p45"/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2481" name="Google Shape;2481;p45"/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45"/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3" name="Google Shape;2483;p45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Subtitle 2">
            <a:extLst>
              <a:ext uri="{FF2B5EF4-FFF2-40B4-BE49-F238E27FC236}">
                <a16:creationId xmlns:a16="http://schemas.microsoft.com/office/drawing/2014/main" id="{7617E7F8-5A81-133F-F738-D36F711B0D80}"/>
              </a:ext>
            </a:extLst>
          </p:cNvPr>
          <p:cNvSpPr txBox="1">
            <a:spLocks/>
          </p:cNvSpPr>
          <p:nvPr/>
        </p:nvSpPr>
        <p:spPr>
          <a:xfrm>
            <a:off x="621437" y="1569493"/>
            <a:ext cx="3179464" cy="1825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ectral"/>
              <a:buChar char="●"/>
              <a:defRPr sz="1400" b="1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pPr>
              <a:lnSpc>
                <a:spcPct val="150000"/>
              </a:lnSpc>
            </a:pPr>
            <a:r>
              <a:rPr lang="en-RO" dirty="0">
                <a:solidFill>
                  <a:srgbClr val="C00000"/>
                </a:solidFill>
              </a:rPr>
              <a:t>Folosim derivata parțială a unei funcții f(x)!!!</a:t>
            </a:r>
          </a:p>
          <a:p>
            <a:pPr>
              <a:lnSpc>
                <a:spcPct val="150000"/>
              </a:lnSpc>
            </a:pPr>
            <a:endParaRPr lang="en-RO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endParaRPr lang="en-RO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RO" dirty="0">
                <a:solidFill>
                  <a:srgbClr val="C00000"/>
                </a:solidFill>
              </a:rPr>
              <a:t>Înlocuim f(x) cu politica π!!!</a:t>
            </a: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929F6B48-8431-1E9E-CB69-FC9220DEC4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23" t="14234" r="21419" b="15893"/>
          <a:stretch/>
        </p:blipFill>
        <p:spPr bwMode="auto">
          <a:xfrm>
            <a:off x="3118514" y="2030736"/>
            <a:ext cx="5336274" cy="74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88BA93F1-47F4-A50D-7127-215FBCC60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1359" y="3440041"/>
            <a:ext cx="37465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8155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>
          <a:extLst>
            <a:ext uri="{FF2B5EF4-FFF2-40B4-BE49-F238E27FC236}">
              <a16:creationId xmlns:a16="http://schemas.microsoft.com/office/drawing/2014/main" id="{244F57AE-382F-030D-E388-571E2B50A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>
            <a:extLst>
              <a:ext uri="{FF2B5EF4-FFF2-40B4-BE49-F238E27FC236}">
                <a16:creationId xmlns:a16="http://schemas.microsoft.com/office/drawing/2014/main" id="{30BF85DE-AFCE-710C-9A2D-D1676AF59B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50" y="340409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/>
              <a:t>De ce sunt logaritmii importanți?</a:t>
            </a:r>
          </a:p>
        </p:txBody>
      </p:sp>
      <p:sp>
        <p:nvSpPr>
          <p:cNvPr id="2478" name="Google Shape;2478;p45">
            <a:extLst>
              <a:ext uri="{FF2B5EF4-FFF2-40B4-BE49-F238E27FC236}">
                <a16:creationId xmlns:a16="http://schemas.microsoft.com/office/drawing/2014/main" id="{C0E82156-86E1-D2B0-E3B9-432966104417}"/>
              </a:ext>
            </a:extLst>
          </p:cNvPr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9" name="Google Shape;2479;p45">
            <a:extLst>
              <a:ext uri="{FF2B5EF4-FFF2-40B4-BE49-F238E27FC236}">
                <a16:creationId xmlns:a16="http://schemas.microsoft.com/office/drawing/2014/main" id="{300D5C3F-D847-D8A9-F6F5-F4804850E1B0}"/>
              </a:ext>
            </a:extLst>
          </p:cNvPr>
          <p:cNvGrpSpPr/>
          <p:nvPr/>
        </p:nvGrpSpPr>
        <p:grpSpPr>
          <a:xfrm>
            <a:off x="5434279" y="3504521"/>
            <a:ext cx="447141" cy="241458"/>
            <a:chOff x="7812047" y="4100311"/>
            <a:chExt cx="715589" cy="608196"/>
          </a:xfrm>
        </p:grpSpPr>
        <p:grpSp>
          <p:nvGrpSpPr>
            <p:cNvPr id="2480" name="Google Shape;2480;p45">
              <a:extLst>
                <a:ext uri="{FF2B5EF4-FFF2-40B4-BE49-F238E27FC236}">
                  <a16:creationId xmlns:a16="http://schemas.microsoft.com/office/drawing/2014/main" id="{ADF839E5-9E27-B2DD-8BBB-93B3D321FA9E}"/>
                </a:ext>
              </a:extLst>
            </p:cNvPr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2481" name="Google Shape;2481;p45">
                <a:extLst>
                  <a:ext uri="{FF2B5EF4-FFF2-40B4-BE49-F238E27FC236}">
                    <a16:creationId xmlns:a16="http://schemas.microsoft.com/office/drawing/2014/main" id="{CDAAABE2-3BD2-F3CB-90CC-AF5C63E00873}"/>
                  </a:ext>
                </a:extLst>
              </p:cNvPr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45">
                <a:extLst>
                  <a:ext uri="{FF2B5EF4-FFF2-40B4-BE49-F238E27FC236}">
                    <a16:creationId xmlns:a16="http://schemas.microsoft.com/office/drawing/2014/main" id="{08A928C1-D365-0B89-66C0-9897B7086CAF}"/>
                  </a:ext>
                </a:extLst>
              </p:cNvPr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3" name="Google Shape;2483;p45">
              <a:extLst>
                <a:ext uri="{FF2B5EF4-FFF2-40B4-BE49-F238E27FC236}">
                  <a16:creationId xmlns:a16="http://schemas.microsoft.com/office/drawing/2014/main" id="{BF5629CB-0B56-FCC5-EF14-2627823BCFFA}"/>
                </a:ext>
              </a:extLst>
            </p:cNvPr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Subtitle 2">
            <a:extLst>
              <a:ext uri="{FF2B5EF4-FFF2-40B4-BE49-F238E27FC236}">
                <a16:creationId xmlns:a16="http://schemas.microsoft.com/office/drawing/2014/main" id="{06765F30-88CD-2C54-03A8-3BA224F9FC23}"/>
              </a:ext>
            </a:extLst>
          </p:cNvPr>
          <p:cNvSpPr txBox="1">
            <a:spLocks/>
          </p:cNvSpPr>
          <p:nvPr/>
        </p:nvSpPr>
        <p:spPr>
          <a:xfrm>
            <a:off x="621436" y="1748515"/>
            <a:ext cx="3474313" cy="1646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ectral"/>
              <a:buChar char="●"/>
              <a:defRPr sz="1400" b="1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>
                    <a:lumMod val="10000"/>
                  </a:schemeClr>
                </a:solidFill>
              </a:rPr>
              <a:t>Transformă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10000"/>
                  </a:schemeClr>
                </a:solidFill>
              </a:rPr>
              <a:t>produsul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10000"/>
                  </a:schemeClr>
                </a:solidFill>
              </a:rPr>
              <a:t>în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10000"/>
                  </a:schemeClr>
                </a:solidFill>
              </a:rPr>
              <a:t>sumă</a:t>
            </a:r>
            <a:endParaRPr lang="en-US" dirty="0">
              <a:solidFill>
                <a:schemeClr val="bg1">
                  <a:lumMod val="1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>
                    <a:lumMod val="10000"/>
                  </a:schemeClr>
                </a:solidFill>
              </a:rPr>
              <a:t>Logaritmul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10000"/>
                  </a:schemeClr>
                </a:solidFill>
              </a:rPr>
              <a:t>transformă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10000"/>
                  </a:schemeClr>
                </a:solidFill>
              </a:rPr>
              <a:t>numerele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10000"/>
                  </a:schemeClr>
                </a:solidFill>
              </a:rPr>
              <a:t>mici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10000"/>
                  </a:schemeClr>
                </a:solidFill>
              </a:rPr>
              <a:t>în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10000"/>
                  </a:schemeClr>
                </a:solidFill>
              </a:rPr>
              <a:t>numere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 “</a:t>
            </a:r>
            <a:r>
              <a:rPr lang="en-US" dirty="0" err="1">
                <a:solidFill>
                  <a:schemeClr val="bg1">
                    <a:lumMod val="10000"/>
                  </a:schemeClr>
                </a:solidFill>
              </a:rPr>
              <a:t>ușor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bg1">
                    <a:lumMod val="10000"/>
                  </a:schemeClr>
                </a:solidFill>
              </a:rPr>
              <a:t>gestionat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.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Prevenim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ideea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de “underflow”.</a:t>
            </a:r>
            <a:endParaRPr lang="en-RO" dirty="0">
              <a:solidFill>
                <a:schemeClr val="bg1">
                  <a:lumMod val="1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În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practică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sunt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mai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ușor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de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derivat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Oferă ”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stabilitate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numerică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”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algoritmilor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.</a:t>
            </a:r>
            <a:endParaRPr lang="en-RO" b="0" dirty="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B4AF347-2DA8-430A-85F2-4D916E14B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450" y="1748515"/>
            <a:ext cx="2235200" cy="1092200"/>
          </a:xfrm>
          <a:prstGeom prst="rect">
            <a:avLst/>
          </a:prstGeom>
        </p:spPr>
      </p:pic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5D49B53-2943-E1AE-867B-CBFFA28515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646" t="14708" r="11225" b="7354"/>
          <a:stretch>
            <a:fillRect/>
          </a:stretch>
        </p:blipFill>
        <p:spPr>
          <a:xfrm>
            <a:off x="4222750" y="3020780"/>
            <a:ext cx="1155700" cy="1273581"/>
          </a:xfrm>
          <a:prstGeom prst="rect">
            <a:avLst/>
          </a:prstGeom>
        </p:spPr>
      </p:pic>
      <p:pic>
        <p:nvPicPr>
          <p:cNvPr id="10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593AD23-7427-3E3A-2F5F-7C1262F09F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4464" y="3104845"/>
            <a:ext cx="2578100" cy="1062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7098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>
          <a:extLst>
            <a:ext uri="{FF2B5EF4-FFF2-40B4-BE49-F238E27FC236}">
              <a16:creationId xmlns:a16="http://schemas.microsoft.com/office/drawing/2014/main" id="{7A82F657-EB41-8E9E-72A8-33C0C6D92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>
            <a:extLst>
              <a:ext uri="{FF2B5EF4-FFF2-40B4-BE49-F238E27FC236}">
                <a16:creationId xmlns:a16="http://schemas.microsoft.com/office/drawing/2014/main" id="{89EF5AA5-295E-C6D3-711B-63D6A86235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50" y="340409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/>
              <a:t>De ce sunt logaritmii importanți?</a:t>
            </a:r>
          </a:p>
        </p:txBody>
      </p:sp>
      <p:sp>
        <p:nvSpPr>
          <p:cNvPr id="2478" name="Google Shape;2478;p45">
            <a:extLst>
              <a:ext uri="{FF2B5EF4-FFF2-40B4-BE49-F238E27FC236}">
                <a16:creationId xmlns:a16="http://schemas.microsoft.com/office/drawing/2014/main" id="{20371036-C380-C7D4-F31E-2A73473EC488}"/>
              </a:ext>
            </a:extLst>
          </p:cNvPr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9" name="Google Shape;2479;p45">
            <a:extLst>
              <a:ext uri="{FF2B5EF4-FFF2-40B4-BE49-F238E27FC236}">
                <a16:creationId xmlns:a16="http://schemas.microsoft.com/office/drawing/2014/main" id="{A257D567-51B4-9F5D-502D-427E7765DF15}"/>
              </a:ext>
            </a:extLst>
          </p:cNvPr>
          <p:cNvGrpSpPr/>
          <p:nvPr/>
        </p:nvGrpSpPr>
        <p:grpSpPr>
          <a:xfrm rot="5400000">
            <a:off x="4393238" y="2919359"/>
            <a:ext cx="357523" cy="196929"/>
            <a:chOff x="7812047" y="4100311"/>
            <a:chExt cx="715589" cy="608196"/>
          </a:xfrm>
        </p:grpSpPr>
        <p:grpSp>
          <p:nvGrpSpPr>
            <p:cNvPr id="2480" name="Google Shape;2480;p45">
              <a:extLst>
                <a:ext uri="{FF2B5EF4-FFF2-40B4-BE49-F238E27FC236}">
                  <a16:creationId xmlns:a16="http://schemas.microsoft.com/office/drawing/2014/main" id="{49588386-F278-FFC1-6B19-1B46AA410B68}"/>
                </a:ext>
              </a:extLst>
            </p:cNvPr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2481" name="Google Shape;2481;p45">
                <a:extLst>
                  <a:ext uri="{FF2B5EF4-FFF2-40B4-BE49-F238E27FC236}">
                    <a16:creationId xmlns:a16="http://schemas.microsoft.com/office/drawing/2014/main" id="{79481CBF-E0E0-92D5-8435-6C5C8517CBB2}"/>
                  </a:ext>
                </a:extLst>
              </p:cNvPr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45">
                <a:extLst>
                  <a:ext uri="{FF2B5EF4-FFF2-40B4-BE49-F238E27FC236}">
                    <a16:creationId xmlns:a16="http://schemas.microsoft.com/office/drawing/2014/main" id="{5FD7D00E-4B43-168A-D077-175140CCA0E1}"/>
                  </a:ext>
                </a:extLst>
              </p:cNvPr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3" name="Google Shape;2483;p45">
              <a:extLst>
                <a:ext uri="{FF2B5EF4-FFF2-40B4-BE49-F238E27FC236}">
                  <a16:creationId xmlns:a16="http://schemas.microsoft.com/office/drawing/2014/main" id="{639B3B42-8F37-7176-0F12-3B096E979114}"/>
                </a:ext>
              </a:extLst>
            </p:cNvPr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D114C2F0-2515-8C43-D792-6D3DE68F8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00" y="1543747"/>
            <a:ext cx="5994400" cy="1193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BDA0B16-738C-579B-F888-BB8AA7497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52" y="3360420"/>
            <a:ext cx="7772400" cy="95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032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>
          <a:extLst>
            <a:ext uri="{FF2B5EF4-FFF2-40B4-BE49-F238E27FC236}">
              <a16:creationId xmlns:a16="http://schemas.microsoft.com/office/drawing/2014/main" id="{55F1E119-BCEC-FA7C-4770-8E4532EE9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>
            <a:extLst>
              <a:ext uri="{FF2B5EF4-FFF2-40B4-BE49-F238E27FC236}">
                <a16:creationId xmlns:a16="http://schemas.microsoft.com/office/drawing/2014/main" id="{02EB4437-CB64-6480-484B-0D5A0FCA30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50" y="340409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/>
              <a:t>Introducem derivata parțială</a:t>
            </a:r>
          </a:p>
        </p:txBody>
      </p:sp>
      <p:sp>
        <p:nvSpPr>
          <p:cNvPr id="2478" name="Google Shape;2478;p45">
            <a:extLst>
              <a:ext uri="{FF2B5EF4-FFF2-40B4-BE49-F238E27FC236}">
                <a16:creationId xmlns:a16="http://schemas.microsoft.com/office/drawing/2014/main" id="{56CEE08C-0943-3373-934D-BEC355C17AC5}"/>
              </a:ext>
            </a:extLst>
          </p:cNvPr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9" name="Google Shape;2479;p45">
            <a:extLst>
              <a:ext uri="{FF2B5EF4-FFF2-40B4-BE49-F238E27FC236}">
                <a16:creationId xmlns:a16="http://schemas.microsoft.com/office/drawing/2014/main" id="{9301C072-BC8D-FC6C-9F00-58E63862EE3A}"/>
              </a:ext>
            </a:extLst>
          </p:cNvPr>
          <p:cNvGrpSpPr/>
          <p:nvPr/>
        </p:nvGrpSpPr>
        <p:grpSpPr>
          <a:xfrm rot="5400000">
            <a:off x="7361824" y="2583509"/>
            <a:ext cx="357523" cy="196929"/>
            <a:chOff x="7812047" y="4100311"/>
            <a:chExt cx="715589" cy="608196"/>
          </a:xfrm>
        </p:grpSpPr>
        <p:grpSp>
          <p:nvGrpSpPr>
            <p:cNvPr id="2480" name="Google Shape;2480;p45">
              <a:extLst>
                <a:ext uri="{FF2B5EF4-FFF2-40B4-BE49-F238E27FC236}">
                  <a16:creationId xmlns:a16="http://schemas.microsoft.com/office/drawing/2014/main" id="{DD1C67A7-387A-9D1F-DB1E-7F03EFCF00DE}"/>
                </a:ext>
              </a:extLst>
            </p:cNvPr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2481" name="Google Shape;2481;p45">
                <a:extLst>
                  <a:ext uri="{FF2B5EF4-FFF2-40B4-BE49-F238E27FC236}">
                    <a16:creationId xmlns:a16="http://schemas.microsoft.com/office/drawing/2014/main" id="{BE97D165-61FE-7647-3E2D-F75B2648AAC9}"/>
                  </a:ext>
                </a:extLst>
              </p:cNvPr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45">
                <a:extLst>
                  <a:ext uri="{FF2B5EF4-FFF2-40B4-BE49-F238E27FC236}">
                    <a16:creationId xmlns:a16="http://schemas.microsoft.com/office/drawing/2014/main" id="{430E1CD2-AC80-D878-F87B-75C41E5C0494}"/>
                  </a:ext>
                </a:extLst>
              </p:cNvPr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3" name="Google Shape;2483;p45">
              <a:extLst>
                <a:ext uri="{FF2B5EF4-FFF2-40B4-BE49-F238E27FC236}">
                  <a16:creationId xmlns:a16="http://schemas.microsoft.com/office/drawing/2014/main" id="{C09AE539-9265-2EB1-A483-7E11C712C188}"/>
                </a:ext>
              </a:extLst>
            </p:cNvPr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1705A53-965F-7416-992C-F8B985E04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2" y="1500321"/>
            <a:ext cx="7772400" cy="860731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A83C72FE-6D03-3A98-33A8-BF1766F2BA16}"/>
              </a:ext>
            </a:extLst>
          </p:cNvPr>
          <p:cNvSpPr txBox="1">
            <a:spLocks/>
          </p:cNvSpPr>
          <p:nvPr/>
        </p:nvSpPr>
        <p:spPr>
          <a:xfrm>
            <a:off x="621436" y="2443063"/>
            <a:ext cx="5658713" cy="951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ectral"/>
              <a:buChar char="●"/>
              <a:defRPr sz="1400" b="1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C00000"/>
                </a:solidFill>
              </a:rPr>
              <a:t>Primul</a:t>
            </a:r>
            <a:r>
              <a:rPr lang="en-US" dirty="0">
                <a:solidFill>
                  <a:srgbClr val="C00000"/>
                </a:solidFill>
              </a:rPr>
              <a:t> termen </a:t>
            </a:r>
            <a:r>
              <a:rPr lang="en-US" dirty="0" err="1">
                <a:solidFill>
                  <a:srgbClr val="C00000"/>
                </a:solidFill>
              </a:rPr>
              <a:t>este</a:t>
            </a:r>
            <a:r>
              <a:rPr lang="en-US" dirty="0">
                <a:solidFill>
                  <a:srgbClr val="C00000"/>
                </a:solidFill>
              </a:rPr>
              <a:t> constant -&gt; Are </a:t>
            </a:r>
            <a:r>
              <a:rPr lang="en-US" dirty="0" err="1">
                <a:solidFill>
                  <a:srgbClr val="C00000"/>
                </a:solidFill>
              </a:rPr>
              <a:t>valoarea</a:t>
            </a:r>
            <a:r>
              <a:rPr lang="en-US" dirty="0">
                <a:solidFill>
                  <a:srgbClr val="C00000"/>
                </a:solidFill>
              </a:rPr>
              <a:t> 0</a:t>
            </a:r>
            <a:endParaRPr lang="en-RO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C00000"/>
                </a:solidFill>
              </a:rPr>
              <a:t>Primul</a:t>
            </a:r>
            <a:r>
              <a:rPr lang="en-US" dirty="0">
                <a:solidFill>
                  <a:srgbClr val="C00000"/>
                </a:solidFill>
              </a:rPr>
              <a:t> termen </a:t>
            </a:r>
            <a:r>
              <a:rPr lang="en-US" dirty="0" err="1">
                <a:solidFill>
                  <a:srgbClr val="C00000"/>
                </a:solidFill>
              </a:rPr>
              <a:t>este</a:t>
            </a:r>
            <a:r>
              <a:rPr lang="en-US" dirty="0">
                <a:solidFill>
                  <a:srgbClr val="C00000"/>
                </a:solidFill>
              </a:rPr>
              <a:t> independent de </a:t>
            </a:r>
            <a:r>
              <a:rPr lang="en-US" dirty="0" err="1">
                <a:solidFill>
                  <a:srgbClr val="C00000"/>
                </a:solidFill>
              </a:rPr>
              <a:t>θ</a:t>
            </a:r>
            <a:r>
              <a:rPr lang="en-US" dirty="0">
                <a:solidFill>
                  <a:srgbClr val="C00000"/>
                </a:solidFill>
              </a:rPr>
              <a:t> -&gt; Are </a:t>
            </a:r>
            <a:r>
              <a:rPr lang="en-US" dirty="0" err="1">
                <a:solidFill>
                  <a:srgbClr val="C00000"/>
                </a:solidFill>
              </a:rPr>
              <a:t>valoarea</a:t>
            </a:r>
            <a:r>
              <a:rPr lang="en-US" dirty="0">
                <a:solidFill>
                  <a:srgbClr val="C00000"/>
                </a:solidFill>
              </a:rPr>
              <a:t> 0</a:t>
            </a:r>
            <a:endParaRPr lang="en-RO" dirty="0">
              <a:solidFill>
                <a:srgbClr val="C00000"/>
              </a:solidFill>
            </a:endParaRPr>
          </a:p>
        </p:txBody>
      </p:sp>
      <p:pic>
        <p:nvPicPr>
          <p:cNvPr id="6" name="Picture 5" descr="A math symbols with numbers and symbols&#10;&#10;AI-generated content may be incorrect.">
            <a:extLst>
              <a:ext uri="{FF2B5EF4-FFF2-40B4-BE49-F238E27FC236}">
                <a16:creationId xmlns:a16="http://schemas.microsoft.com/office/drawing/2014/main" id="{DCA390D5-D144-E701-B491-9B9F60613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450" y="3238500"/>
            <a:ext cx="5086350" cy="1115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3060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/>
          <p:cNvSpPr txBox="1">
            <a:spLocks noGrp="1"/>
          </p:cNvSpPr>
          <p:nvPr>
            <p:ph type="title"/>
          </p:nvPr>
        </p:nvSpPr>
        <p:spPr>
          <a:xfrm>
            <a:off x="539550" y="340409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/>
              <a:t>Multe calcule mai târziu...</a:t>
            </a:r>
          </a:p>
        </p:txBody>
      </p:sp>
      <p:sp>
        <p:nvSpPr>
          <p:cNvPr id="2478" name="Google Shape;2478;p45"/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9" name="Google Shape;2479;p45"/>
          <p:cNvGrpSpPr/>
          <p:nvPr/>
        </p:nvGrpSpPr>
        <p:grpSpPr>
          <a:xfrm rot="10800000">
            <a:off x="6880759" y="1084709"/>
            <a:ext cx="1151741" cy="355855"/>
            <a:chOff x="7812047" y="4100311"/>
            <a:chExt cx="715589" cy="608196"/>
          </a:xfrm>
        </p:grpSpPr>
        <p:grpSp>
          <p:nvGrpSpPr>
            <p:cNvPr id="2480" name="Google Shape;2480;p45"/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2481" name="Google Shape;2481;p45"/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45"/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3" name="Google Shape;2483;p45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Subtitle 2">
            <a:extLst>
              <a:ext uri="{FF2B5EF4-FFF2-40B4-BE49-F238E27FC236}">
                <a16:creationId xmlns:a16="http://schemas.microsoft.com/office/drawing/2014/main" id="{7617E7F8-5A81-133F-F738-D36F711B0D80}"/>
              </a:ext>
            </a:extLst>
          </p:cNvPr>
          <p:cNvSpPr txBox="1">
            <a:spLocks/>
          </p:cNvSpPr>
          <p:nvPr/>
        </p:nvSpPr>
        <p:spPr>
          <a:xfrm>
            <a:off x="942804" y="1545665"/>
            <a:ext cx="6040959" cy="721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ectral"/>
              <a:buChar char="●"/>
              <a:defRPr sz="1400" b="1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pPr>
              <a:lnSpc>
                <a:spcPct val="150000"/>
              </a:lnSpc>
            </a:pPr>
            <a:r>
              <a:rPr lang="en-RO" dirty="0">
                <a:solidFill>
                  <a:srgbClr val="C00000"/>
                </a:solidFill>
              </a:rPr>
              <a:t>Formula finală pentru Policy Gradient!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396457DF-39BD-244C-9C0E-1199F675F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97186"/>
            <a:ext cx="7772400" cy="218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4811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/>
          <p:cNvSpPr txBox="1">
            <a:spLocks noGrp="1"/>
          </p:cNvSpPr>
          <p:nvPr>
            <p:ph type="title"/>
          </p:nvPr>
        </p:nvSpPr>
        <p:spPr>
          <a:xfrm>
            <a:off x="539550" y="340409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/>
              <a:t>Dar...ce înseamnă???</a:t>
            </a:r>
          </a:p>
        </p:txBody>
      </p:sp>
      <p:sp>
        <p:nvSpPr>
          <p:cNvPr id="2478" name="Google Shape;2478;p45"/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9" name="Google Shape;2479;p45"/>
          <p:cNvGrpSpPr/>
          <p:nvPr/>
        </p:nvGrpSpPr>
        <p:grpSpPr>
          <a:xfrm rot="10800000">
            <a:off x="6880759" y="1084709"/>
            <a:ext cx="1151741" cy="355855"/>
            <a:chOff x="7812047" y="4100311"/>
            <a:chExt cx="715589" cy="608196"/>
          </a:xfrm>
        </p:grpSpPr>
        <p:grpSp>
          <p:nvGrpSpPr>
            <p:cNvPr id="2480" name="Google Shape;2480;p45"/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2481" name="Google Shape;2481;p45"/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45"/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3" name="Google Shape;2483;p45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Subtitle 2">
            <a:extLst>
              <a:ext uri="{FF2B5EF4-FFF2-40B4-BE49-F238E27FC236}">
                <a16:creationId xmlns:a16="http://schemas.microsoft.com/office/drawing/2014/main" id="{7617E7F8-5A81-133F-F738-D36F711B0D80}"/>
              </a:ext>
            </a:extLst>
          </p:cNvPr>
          <p:cNvSpPr txBox="1">
            <a:spLocks/>
          </p:cNvSpPr>
          <p:nvPr/>
        </p:nvSpPr>
        <p:spPr>
          <a:xfrm>
            <a:off x="942804" y="2648019"/>
            <a:ext cx="7348211" cy="1876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ectral"/>
              <a:buChar char="●"/>
              <a:defRPr sz="1400" b="1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pPr marL="139700" indent="0">
              <a:lnSpc>
                <a:spcPct val="150000"/>
              </a:lnSpc>
              <a:buNone/>
            </a:pPr>
            <a:r>
              <a:rPr lang="en-RO" b="0" dirty="0">
                <a:solidFill>
                  <a:schemeClr val="bg1">
                    <a:lumMod val="10000"/>
                  </a:schemeClr>
                </a:solidFill>
              </a:rPr>
              <a:t>Termenul subliniat este numit drept “maximum log likelihood”. În contextul nostru măsurăm în ce grad traiectoria aleasă se află sub politica curentă. Multiplicând cu reward-ul dorim să creștem acest grad daca traiectoria rezultă în reward-uri bune și contrar dacă scade recompensa. </a:t>
            </a:r>
          </a:p>
          <a:p>
            <a:pPr marL="139700" indent="0">
              <a:lnSpc>
                <a:spcPct val="150000"/>
              </a:lnSpc>
              <a:buNone/>
            </a:pPr>
            <a:r>
              <a:rPr lang="en-RO" b="0" dirty="0">
                <a:solidFill>
                  <a:schemeClr val="bg1">
                    <a:lumMod val="10000"/>
                  </a:schemeClr>
                </a:solidFill>
              </a:rPr>
              <a:t>Pe scurt: </a:t>
            </a:r>
            <a:r>
              <a:rPr lang="en-RO" dirty="0">
                <a:solidFill>
                  <a:schemeClr val="bg1">
                    <a:lumMod val="10000"/>
                  </a:schemeClr>
                </a:solidFill>
              </a:rPr>
              <a:t>Păstrăm ceea ce funcționează, aruncăm tot ce nu este bun!</a:t>
            </a:r>
          </a:p>
        </p:txBody>
      </p: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B6466147-7B8B-6F5C-71B5-C567BB119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8608" y="1576965"/>
            <a:ext cx="4906939" cy="93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299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>
          <a:extLst>
            <a:ext uri="{FF2B5EF4-FFF2-40B4-BE49-F238E27FC236}">
              <a16:creationId xmlns:a16="http://schemas.microsoft.com/office/drawing/2014/main" id="{BB3CA075-3752-C64C-C266-EDE96812B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>
            <a:extLst>
              <a:ext uri="{FF2B5EF4-FFF2-40B4-BE49-F238E27FC236}">
                <a16:creationId xmlns:a16="http://schemas.microsoft.com/office/drawing/2014/main" id="{6B03A209-BE44-C51A-2A1C-1852E4FFC6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50" y="340409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 err="1"/>
              <a:t>Policy</a:t>
            </a:r>
            <a:r>
              <a:rPr lang="ro-RO" sz="2400" dirty="0"/>
              <a:t> </a:t>
            </a:r>
            <a:r>
              <a:rPr lang="ro-RO" sz="2400" dirty="0" err="1"/>
              <a:t>Gradients</a:t>
            </a:r>
            <a:r>
              <a:rPr lang="ro-RO" sz="2400" dirty="0"/>
              <a:t> – Intuiția din spate</a:t>
            </a:r>
          </a:p>
        </p:txBody>
      </p:sp>
      <p:sp>
        <p:nvSpPr>
          <p:cNvPr id="2478" name="Google Shape;2478;p45">
            <a:extLst>
              <a:ext uri="{FF2B5EF4-FFF2-40B4-BE49-F238E27FC236}">
                <a16:creationId xmlns:a16="http://schemas.microsoft.com/office/drawing/2014/main" id="{42ECEA2A-73AE-22BF-8E24-2ACB1C801AB9}"/>
              </a:ext>
            </a:extLst>
          </p:cNvPr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9A15D67-6944-CEB9-CBF4-6DCFA05CFC57}"/>
              </a:ext>
            </a:extLst>
          </p:cNvPr>
          <p:cNvSpPr txBox="1">
            <a:spLocks/>
          </p:cNvSpPr>
          <p:nvPr/>
        </p:nvSpPr>
        <p:spPr>
          <a:xfrm>
            <a:off x="621436" y="1748515"/>
            <a:ext cx="7557364" cy="1646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ectral"/>
              <a:buChar char="●"/>
              <a:defRPr sz="1400" b="1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pPr>
              <a:lnSpc>
                <a:spcPct val="150000"/>
              </a:lnSpc>
            </a:pP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Convertim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output-ul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unei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poltici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într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-o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distribuție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de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probabilitate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Metodele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de tip “policy gradients”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ajustează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parametrii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de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definire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ai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politicii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,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astfel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încât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operațiunea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de ”sampling”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pentru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acțiuni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să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producă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acțiuni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cât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mai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bune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.</a:t>
            </a:r>
            <a:endParaRPr lang="en-RO" b="0" dirty="0">
              <a:solidFill>
                <a:schemeClr val="bg1">
                  <a:lumMod val="1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Parametrii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politicii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se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mișcă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în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direcția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gradientului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>
                    <a:lumMod val="10000"/>
                  </a:schemeClr>
                </a:solidFill>
              </a:rPr>
              <a:t>În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 final </a:t>
            </a:r>
            <a:r>
              <a:rPr lang="en-US" dirty="0" err="1">
                <a:solidFill>
                  <a:schemeClr val="bg1">
                    <a:lumMod val="10000"/>
                  </a:schemeClr>
                </a:solidFill>
              </a:rPr>
              <a:t>putem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10000"/>
                  </a:schemeClr>
                </a:solidFill>
              </a:rPr>
              <a:t>spune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10000"/>
                  </a:schemeClr>
                </a:solidFill>
              </a:rPr>
              <a:t>că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10000"/>
                  </a:schemeClr>
                </a:solidFill>
              </a:rPr>
              <a:t>încercăm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10000"/>
                  </a:schemeClr>
                </a:solidFill>
              </a:rPr>
              <a:t>să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10000"/>
                  </a:schemeClr>
                </a:solidFill>
              </a:rPr>
              <a:t>creștem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10000"/>
                  </a:schemeClr>
                </a:solidFill>
              </a:rPr>
              <a:t>probabilitatea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bg1">
                    <a:lumMod val="10000"/>
                  </a:schemeClr>
                </a:solidFill>
              </a:rPr>
              <a:t>selecție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 a </a:t>
            </a:r>
            <a:r>
              <a:rPr lang="en-US" dirty="0" err="1">
                <a:solidFill>
                  <a:schemeClr val="bg1">
                    <a:lumMod val="10000"/>
                  </a:schemeClr>
                </a:solidFill>
              </a:rPr>
              <a:t>acțiunilor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10000"/>
                  </a:schemeClr>
                </a:solidFill>
              </a:rPr>
              <a:t>celor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10000"/>
                  </a:schemeClr>
                </a:solidFill>
              </a:rPr>
              <a:t>mai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10000"/>
                  </a:schemeClr>
                </a:solidFill>
              </a:rPr>
              <a:t>profitabile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!</a:t>
            </a:r>
            <a:endParaRPr lang="en-RO" dirty="0">
              <a:solidFill>
                <a:schemeClr val="bg1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86738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/>
          <p:cNvSpPr txBox="1">
            <a:spLocks noGrp="1"/>
          </p:cNvSpPr>
          <p:nvPr>
            <p:ph type="title"/>
          </p:nvPr>
        </p:nvSpPr>
        <p:spPr>
          <a:xfrm>
            <a:off x="539550" y="340409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/>
              <a:t>Să vizualizăm!</a:t>
            </a:r>
          </a:p>
        </p:txBody>
      </p:sp>
      <p:sp>
        <p:nvSpPr>
          <p:cNvPr id="2478" name="Google Shape;2478;p45"/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9" name="Google Shape;2479;p45"/>
          <p:cNvGrpSpPr/>
          <p:nvPr/>
        </p:nvGrpSpPr>
        <p:grpSpPr>
          <a:xfrm rot="10800000">
            <a:off x="6880759" y="1084709"/>
            <a:ext cx="1151741" cy="355855"/>
            <a:chOff x="7812047" y="4100311"/>
            <a:chExt cx="715589" cy="608196"/>
          </a:xfrm>
        </p:grpSpPr>
        <p:grpSp>
          <p:nvGrpSpPr>
            <p:cNvPr id="2480" name="Google Shape;2480;p45"/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2481" name="Google Shape;2481;p45"/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45"/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3" name="Google Shape;2483;p45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482" name="Picture 2">
            <a:extLst>
              <a:ext uri="{FF2B5EF4-FFF2-40B4-BE49-F238E27FC236}">
                <a16:creationId xmlns:a16="http://schemas.microsoft.com/office/drawing/2014/main" id="{766801F6-F033-A321-394B-9D14DDD6F3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436" y="1471865"/>
            <a:ext cx="5923128" cy="2923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10365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/>
          <p:cNvSpPr txBox="1">
            <a:spLocks noGrp="1"/>
          </p:cNvSpPr>
          <p:nvPr>
            <p:ph type="title"/>
          </p:nvPr>
        </p:nvSpPr>
        <p:spPr>
          <a:xfrm>
            <a:off x="539550" y="340409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/>
              <a:t>Un nou algoritm: REINFORCE!</a:t>
            </a:r>
          </a:p>
        </p:txBody>
      </p:sp>
      <p:sp>
        <p:nvSpPr>
          <p:cNvPr id="2478" name="Google Shape;2478;p45"/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9" name="Google Shape;2479;p45"/>
          <p:cNvGrpSpPr/>
          <p:nvPr/>
        </p:nvGrpSpPr>
        <p:grpSpPr>
          <a:xfrm rot="10800000">
            <a:off x="6880759" y="1084709"/>
            <a:ext cx="1151741" cy="355855"/>
            <a:chOff x="7812047" y="4100311"/>
            <a:chExt cx="715589" cy="608196"/>
          </a:xfrm>
        </p:grpSpPr>
        <p:grpSp>
          <p:nvGrpSpPr>
            <p:cNvPr id="2480" name="Google Shape;2480;p45"/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2481" name="Google Shape;2481;p45"/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45"/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3" name="Google Shape;2483;p45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0B2F80F8-D75E-1A82-AE44-6318510B7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696" y="1995110"/>
            <a:ext cx="6166608" cy="165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792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/>
          <p:cNvSpPr txBox="1">
            <a:spLocks noGrp="1"/>
          </p:cNvSpPr>
          <p:nvPr>
            <p:ph type="title"/>
          </p:nvPr>
        </p:nvSpPr>
        <p:spPr>
          <a:xfrm>
            <a:off x="539550" y="340409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/>
              <a:t>Defectul </a:t>
            </a:r>
            <a:r>
              <a:rPr lang="ro-RO" sz="2400" dirty="0" err="1"/>
              <a:t>Policy</a:t>
            </a:r>
            <a:r>
              <a:rPr lang="ro-RO" sz="2400" dirty="0"/>
              <a:t> </a:t>
            </a:r>
            <a:r>
              <a:rPr lang="ro-RO" sz="2400" dirty="0" err="1"/>
              <a:t>Gradients</a:t>
            </a:r>
            <a:endParaRPr lang="ro-RO" sz="2400" dirty="0"/>
          </a:p>
        </p:txBody>
      </p:sp>
      <p:sp>
        <p:nvSpPr>
          <p:cNvPr id="2478" name="Google Shape;2478;p45"/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9" name="Google Shape;2479;p45"/>
          <p:cNvGrpSpPr/>
          <p:nvPr/>
        </p:nvGrpSpPr>
        <p:grpSpPr>
          <a:xfrm rot="10800000">
            <a:off x="6880759" y="1084709"/>
            <a:ext cx="1151741" cy="355855"/>
            <a:chOff x="7812047" y="4100311"/>
            <a:chExt cx="715589" cy="608196"/>
          </a:xfrm>
        </p:grpSpPr>
        <p:grpSp>
          <p:nvGrpSpPr>
            <p:cNvPr id="2480" name="Google Shape;2480;p45"/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2481" name="Google Shape;2481;p45"/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45"/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3" name="Google Shape;2483;p45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Subtitle 2">
            <a:extLst>
              <a:ext uri="{FF2B5EF4-FFF2-40B4-BE49-F238E27FC236}">
                <a16:creationId xmlns:a16="http://schemas.microsoft.com/office/drawing/2014/main" id="{1F1BDAC6-F755-D4FD-970C-105C413DE121}"/>
              </a:ext>
            </a:extLst>
          </p:cNvPr>
          <p:cNvSpPr txBox="1">
            <a:spLocks/>
          </p:cNvSpPr>
          <p:nvPr/>
        </p:nvSpPr>
        <p:spPr>
          <a:xfrm>
            <a:off x="737210" y="1748515"/>
            <a:ext cx="7669579" cy="24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ectral"/>
              <a:buChar char="●"/>
              <a:defRPr sz="1400" b="1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pPr>
              <a:lnSpc>
                <a:spcPct val="150000"/>
              </a:lnSpc>
            </a:pPr>
            <a:r>
              <a:rPr lang="en-RO" dirty="0">
                <a:solidFill>
                  <a:schemeClr val="bg1">
                    <a:lumMod val="10000"/>
                  </a:schemeClr>
                </a:solidFill>
              </a:rPr>
              <a:t>Varianță mare!</a:t>
            </a:r>
          </a:p>
          <a:p>
            <a:pPr>
              <a:lnSpc>
                <a:spcPct val="150000"/>
              </a:lnSpc>
            </a:pPr>
            <a:r>
              <a:rPr lang="en-RO" dirty="0">
                <a:solidFill>
                  <a:schemeClr val="bg1">
                    <a:lumMod val="10000"/>
                  </a:schemeClr>
                </a:solidFill>
              </a:rPr>
              <a:t>Covergență scăzută!</a:t>
            </a:r>
          </a:p>
          <a:p>
            <a:pPr>
              <a:lnSpc>
                <a:spcPct val="150000"/>
              </a:lnSpc>
            </a:pPr>
            <a:endParaRPr lang="en-RO" dirty="0">
              <a:solidFill>
                <a:schemeClr val="bg1">
                  <a:lumMod val="1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RO" b="0" dirty="0">
                <a:solidFill>
                  <a:schemeClr val="bg1">
                    <a:lumMod val="10000"/>
                  </a:schemeClr>
                </a:solidFill>
              </a:rPr>
              <a:t>Varianța crescută provoacă o coborâre anormală pe gradient, astfel modelul fiind incapabil să învețe pe deplin și să atingă convergența.</a:t>
            </a:r>
          </a:p>
          <a:p>
            <a:pPr>
              <a:lnSpc>
                <a:spcPct val="150000"/>
              </a:lnSpc>
            </a:pPr>
            <a:r>
              <a:rPr lang="en-RO" b="0" dirty="0">
                <a:solidFill>
                  <a:schemeClr val="bg1">
                    <a:lumMod val="10000"/>
                  </a:schemeClr>
                </a:solidFill>
              </a:rPr>
              <a:t>Cum rezolvăm??? </a:t>
            </a:r>
          </a:p>
        </p:txBody>
      </p:sp>
    </p:spTree>
    <p:extLst>
      <p:ext uri="{BB962C8B-B14F-4D97-AF65-F5344CB8AC3E}">
        <p14:creationId xmlns:p14="http://schemas.microsoft.com/office/powerpoint/2010/main" val="9026151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/>
          <p:cNvSpPr txBox="1">
            <a:spLocks noGrp="1"/>
          </p:cNvSpPr>
          <p:nvPr>
            <p:ph type="title"/>
          </p:nvPr>
        </p:nvSpPr>
        <p:spPr>
          <a:xfrm>
            <a:off x="539550" y="340409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 err="1"/>
              <a:t>Baseline</a:t>
            </a:r>
            <a:endParaRPr lang="ro-RO" sz="2400" dirty="0"/>
          </a:p>
        </p:txBody>
      </p:sp>
      <p:sp>
        <p:nvSpPr>
          <p:cNvPr id="2478" name="Google Shape;2478;p45"/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9" name="Google Shape;2479;p45"/>
          <p:cNvGrpSpPr/>
          <p:nvPr/>
        </p:nvGrpSpPr>
        <p:grpSpPr>
          <a:xfrm rot="10800000">
            <a:off x="6880759" y="1084709"/>
            <a:ext cx="1151741" cy="355855"/>
            <a:chOff x="7812047" y="4100311"/>
            <a:chExt cx="715589" cy="608196"/>
          </a:xfrm>
        </p:grpSpPr>
        <p:grpSp>
          <p:nvGrpSpPr>
            <p:cNvPr id="2480" name="Google Shape;2480;p45"/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2481" name="Google Shape;2481;p45"/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45"/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3" name="Google Shape;2483;p45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Subtitle 2">
            <a:extLst>
              <a:ext uri="{FF2B5EF4-FFF2-40B4-BE49-F238E27FC236}">
                <a16:creationId xmlns:a16="http://schemas.microsoft.com/office/drawing/2014/main" id="{1F1BDAC6-F755-D4FD-970C-105C413DE121}"/>
              </a:ext>
            </a:extLst>
          </p:cNvPr>
          <p:cNvSpPr txBox="1">
            <a:spLocks/>
          </p:cNvSpPr>
          <p:nvPr/>
        </p:nvSpPr>
        <p:spPr>
          <a:xfrm>
            <a:off x="539550" y="1748515"/>
            <a:ext cx="3226000" cy="2625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ectral"/>
              <a:buChar char="●"/>
              <a:defRPr sz="1400" b="1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pPr>
              <a:lnSpc>
                <a:spcPct val="150000"/>
              </a:lnSpc>
            </a:pPr>
            <a:r>
              <a:rPr lang="en-RO" b="0">
                <a:solidFill>
                  <a:schemeClr val="bg1">
                    <a:lumMod val="10000"/>
                  </a:schemeClr>
                </a:solidFill>
              </a:rPr>
              <a:t>Introducem 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Q</a:t>
            </a:r>
            <a:r>
              <a:rPr lang="en-RO" b="0">
                <a:solidFill>
                  <a:schemeClr val="bg1">
                    <a:lumMod val="10000"/>
                  </a:schemeClr>
                </a:solidFill>
              </a:rPr>
              <a:t>(s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, a</a:t>
            </a:r>
            <a:r>
              <a:rPr lang="en-RO" b="0">
                <a:solidFill>
                  <a:schemeClr val="bg1">
                    <a:lumMod val="10000"/>
                  </a:schemeClr>
                </a:solidFill>
              </a:rPr>
              <a:t>), </a:t>
            </a:r>
            <a:r>
              <a:rPr lang="en-RO" b="0" dirty="0">
                <a:solidFill>
                  <a:schemeClr val="bg1">
                    <a:lumMod val="10000"/>
                  </a:schemeClr>
                </a:solidFill>
              </a:rPr>
              <a:t>denumit și baseline.</a:t>
            </a:r>
          </a:p>
          <a:p>
            <a:pPr>
              <a:lnSpc>
                <a:spcPct val="150000"/>
              </a:lnSpc>
            </a:pP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Putem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introduce V(s),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deoarece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nu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este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legat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de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parametrul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politicii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.</a:t>
            </a:r>
            <a:endParaRPr lang="en-RO" b="0" dirty="0">
              <a:solidFill>
                <a:schemeClr val="bg1">
                  <a:lumMod val="1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RO" b="0" dirty="0">
                <a:solidFill>
                  <a:schemeClr val="bg1">
                    <a:lumMod val="10000"/>
                  </a:schemeClr>
                </a:solidFill>
              </a:rPr>
              <a:t>Continuăm și </a:t>
            </a:r>
            <a:r>
              <a:rPr lang="en-RO" b="0">
                <a:solidFill>
                  <a:schemeClr val="bg1">
                    <a:lumMod val="10000"/>
                  </a:schemeClr>
                </a:solidFill>
              </a:rPr>
              <a:t>introducem 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o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funcție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pe care am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mai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b="0" dirty="0" err="1">
                <a:solidFill>
                  <a:schemeClr val="bg1">
                    <a:lumMod val="10000"/>
                  </a:schemeClr>
                </a:solidFill>
              </a:rPr>
              <a:t>văzut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-o</a:t>
            </a:r>
            <a:r>
              <a:rPr lang="en-RO" b="0">
                <a:solidFill>
                  <a:schemeClr val="bg1">
                    <a:lumMod val="10000"/>
                  </a:schemeClr>
                </a:solidFill>
              </a:rPr>
              <a:t>:</a:t>
            </a:r>
            <a:r>
              <a:rPr lang="en-RO" b="0">
                <a:solidFill>
                  <a:srgbClr val="C00000"/>
                </a:solidFill>
              </a:rPr>
              <a:t> Advantage</a:t>
            </a:r>
            <a:r>
              <a:rPr lang="en-US" b="0" dirty="0">
                <a:solidFill>
                  <a:srgbClr val="C00000"/>
                </a:solidFill>
              </a:rPr>
              <a:t>.</a:t>
            </a:r>
            <a:endParaRPr lang="en-RO" b="0" dirty="0">
              <a:solidFill>
                <a:srgbClr val="C00000"/>
              </a:solidFill>
            </a:endParaRPr>
          </a:p>
        </p:txBody>
      </p:sp>
      <p:pic>
        <p:nvPicPr>
          <p:cNvPr id="4" name="Picture 3" descr="Text, letter&#10;&#10;Description automatically generated">
            <a:extLst>
              <a:ext uri="{FF2B5EF4-FFF2-40B4-BE49-F238E27FC236}">
                <a16:creationId xmlns:a16="http://schemas.microsoft.com/office/drawing/2014/main" id="{2028C912-7076-D145-BE49-6C7BEDA2C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8417" y="1467493"/>
            <a:ext cx="3686033" cy="835787"/>
          </a:xfrm>
          <a:prstGeom prst="rect">
            <a:avLst/>
          </a:prstGeom>
        </p:spPr>
      </p:pic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EBE658AA-0E1E-87C7-2972-6FA8B7CA9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6717" y="2302265"/>
            <a:ext cx="4587733" cy="767597"/>
          </a:xfrm>
          <a:prstGeom prst="rect">
            <a:avLst/>
          </a:prstGeom>
        </p:spPr>
      </p:pic>
      <p:pic>
        <p:nvPicPr>
          <p:cNvPr id="8" name="Picture 7" descr="Text, letter&#10;&#10;Description automatically generated">
            <a:extLst>
              <a:ext uri="{FF2B5EF4-FFF2-40B4-BE49-F238E27FC236}">
                <a16:creationId xmlns:a16="http://schemas.microsoft.com/office/drawing/2014/main" id="{B6FF94AD-E8E3-4AB9-3FA7-3CA937759D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7539" y="3069862"/>
            <a:ext cx="4326911" cy="134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5217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/>
          <p:cNvSpPr txBox="1">
            <a:spLocks noGrp="1"/>
          </p:cNvSpPr>
          <p:nvPr>
            <p:ph type="title"/>
          </p:nvPr>
        </p:nvSpPr>
        <p:spPr>
          <a:xfrm>
            <a:off x="539550" y="340409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/>
              <a:t>Cum explicăm mai departe?</a:t>
            </a:r>
          </a:p>
        </p:txBody>
      </p:sp>
      <p:sp>
        <p:nvSpPr>
          <p:cNvPr id="2478" name="Google Shape;2478;p45"/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9" name="Google Shape;2479;p45"/>
          <p:cNvGrpSpPr/>
          <p:nvPr/>
        </p:nvGrpSpPr>
        <p:grpSpPr>
          <a:xfrm rot="10800000">
            <a:off x="6880759" y="1084709"/>
            <a:ext cx="1151741" cy="355855"/>
            <a:chOff x="7812047" y="4100311"/>
            <a:chExt cx="715589" cy="608196"/>
          </a:xfrm>
        </p:grpSpPr>
        <p:grpSp>
          <p:nvGrpSpPr>
            <p:cNvPr id="2480" name="Google Shape;2480;p45"/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2481" name="Google Shape;2481;p45"/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45"/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3" name="Google Shape;2483;p45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Subtitle 2">
            <a:extLst>
              <a:ext uri="{FF2B5EF4-FFF2-40B4-BE49-F238E27FC236}">
                <a16:creationId xmlns:a16="http://schemas.microsoft.com/office/drawing/2014/main" id="{1F1BDAC6-F755-D4FD-970C-105C413DE121}"/>
              </a:ext>
            </a:extLst>
          </p:cNvPr>
          <p:cNvSpPr txBox="1">
            <a:spLocks/>
          </p:cNvSpPr>
          <p:nvPr/>
        </p:nvSpPr>
        <p:spPr>
          <a:xfrm>
            <a:off x="825525" y="1826271"/>
            <a:ext cx="7492950" cy="2313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ectral"/>
              <a:buChar char="●"/>
              <a:defRPr sz="1400" b="1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pPr>
              <a:lnSpc>
                <a:spcPct val="150000"/>
              </a:lnSpc>
            </a:pPr>
            <a:r>
              <a:rPr lang="en-RO" dirty="0">
                <a:solidFill>
                  <a:srgbClr val="C00000"/>
                </a:solidFill>
              </a:rPr>
              <a:t>Exemple:</a:t>
            </a:r>
          </a:p>
          <a:p>
            <a:pPr lvl="1">
              <a:lnSpc>
                <a:spcPct val="150000"/>
              </a:lnSpc>
            </a:pPr>
            <a:r>
              <a:rPr lang="en-RO" dirty="0">
                <a:solidFill>
                  <a:schemeClr val="bg1">
                    <a:lumMod val="10000"/>
                  </a:schemeClr>
                </a:solidFill>
              </a:rPr>
              <a:t>Situația I: Traiectoria A primește recompensa +20 și traiectoria B primește recompensa -10. =&gt;</a:t>
            </a:r>
            <a:r>
              <a:rPr lang="en-RO" b="1" dirty="0">
                <a:solidFill>
                  <a:schemeClr val="bg1">
                    <a:lumMod val="10000"/>
                  </a:schemeClr>
                </a:solidFill>
              </a:rPr>
              <a:t> Creștem probabilitatea pentru A, o scădem pentru B.</a:t>
            </a:r>
          </a:p>
          <a:p>
            <a:pPr lvl="1">
              <a:lnSpc>
                <a:spcPct val="150000"/>
              </a:lnSpc>
            </a:pPr>
            <a:r>
              <a:rPr lang="en-RO" b="0" dirty="0">
                <a:solidFill>
                  <a:schemeClr val="bg1">
                    <a:lumMod val="10000"/>
                  </a:schemeClr>
                </a:solidFill>
              </a:rPr>
              <a:t>Situația II: Traiectoria A primește </a:t>
            </a:r>
            <a:r>
              <a:rPr lang="en-RO" dirty="0">
                <a:solidFill>
                  <a:schemeClr val="bg1">
                    <a:lumMod val="10000"/>
                  </a:schemeClr>
                </a:solidFill>
              </a:rPr>
              <a:t>recompensa +20 și traiectoria B primește recompensa +5. =&gt; </a:t>
            </a:r>
            <a:r>
              <a:rPr lang="en-RO" b="1" dirty="0">
                <a:solidFill>
                  <a:schemeClr val="bg1">
                    <a:lumMod val="10000"/>
                  </a:schemeClr>
                </a:solidFill>
              </a:rPr>
              <a:t>Creștem probabilitatea atât pentru A, cât și pentru B.</a:t>
            </a:r>
          </a:p>
        </p:txBody>
      </p:sp>
    </p:spTree>
    <p:extLst>
      <p:ext uri="{BB962C8B-B14F-4D97-AF65-F5344CB8AC3E}">
        <p14:creationId xmlns:p14="http://schemas.microsoft.com/office/powerpoint/2010/main" val="19053616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7" name="Google Shape;2987;p61"/>
          <p:cNvSpPr/>
          <p:nvPr/>
        </p:nvSpPr>
        <p:spPr>
          <a:xfrm>
            <a:off x="2268625" y="341000"/>
            <a:ext cx="4609200" cy="260893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988" name="Google Shape;2988;p61"/>
          <p:cNvSpPr txBox="1">
            <a:spLocks noGrp="1"/>
          </p:cNvSpPr>
          <p:nvPr>
            <p:ph type="title"/>
          </p:nvPr>
        </p:nvSpPr>
        <p:spPr>
          <a:xfrm>
            <a:off x="2637725" y="387576"/>
            <a:ext cx="3866700" cy="85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noProof="0" dirty="0" err="1"/>
              <a:t>Thanks</a:t>
            </a:r>
            <a:r>
              <a:rPr lang="ro-RO" noProof="0" dirty="0"/>
              <a:t>!</a:t>
            </a:r>
          </a:p>
        </p:txBody>
      </p:sp>
      <p:sp>
        <p:nvSpPr>
          <p:cNvPr id="2989" name="Google Shape;2989;p61"/>
          <p:cNvSpPr txBox="1">
            <a:spLocks noGrp="1"/>
          </p:cNvSpPr>
          <p:nvPr>
            <p:ph type="subTitle" idx="1"/>
          </p:nvPr>
        </p:nvSpPr>
        <p:spPr>
          <a:xfrm>
            <a:off x="2981375" y="1154172"/>
            <a:ext cx="3179400" cy="11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ro-RO" noProof="0" dirty="0"/>
              <a:t>Este timpul pentru întrebări!!!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lang="ro-RO" noProof="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ro-RO" noProof="0" dirty="0"/>
              <a:t>Acum…sau pe email: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lang="ro-RO" noProof="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ro-RO" noProof="0" dirty="0"/>
              <a:t>stefan.iordache10@s.unibuc.ro </a:t>
            </a:r>
          </a:p>
        </p:txBody>
      </p:sp>
      <p:grpSp>
        <p:nvGrpSpPr>
          <p:cNvPr id="3011" name="Google Shape;3011;p61"/>
          <p:cNvGrpSpPr/>
          <p:nvPr/>
        </p:nvGrpSpPr>
        <p:grpSpPr>
          <a:xfrm flipH="1">
            <a:off x="6877836" y="1091403"/>
            <a:ext cx="1142790" cy="1480405"/>
            <a:chOff x="7465916" y="720492"/>
            <a:chExt cx="1139144" cy="1477450"/>
          </a:xfrm>
        </p:grpSpPr>
        <p:sp>
          <p:nvSpPr>
            <p:cNvPr id="3012" name="Google Shape;3012;p61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3" name="Google Shape;3013;p61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4" name="Google Shape;3014;p61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5" name="Google Shape;3015;p61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6" name="Google Shape;3016;p61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7" name="Google Shape;3017;p61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3018" name="Google Shape;3018;p61"/>
          <p:cNvGrpSpPr/>
          <p:nvPr/>
        </p:nvGrpSpPr>
        <p:grpSpPr>
          <a:xfrm rot="10800000" flipH="1">
            <a:off x="391698" y="579321"/>
            <a:ext cx="1764041" cy="758764"/>
            <a:chOff x="6659230" y="279450"/>
            <a:chExt cx="2217246" cy="953700"/>
          </a:xfrm>
        </p:grpSpPr>
        <p:sp>
          <p:nvSpPr>
            <p:cNvPr id="3019" name="Google Shape;3019;p61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0" name="Google Shape;3020;p61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1" name="Google Shape;3021;p61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2" name="Google Shape;3022;p61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3" name="Google Shape;3023;p61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3024" name="Google Shape;3024;p61"/>
          <p:cNvSpPr/>
          <p:nvPr/>
        </p:nvSpPr>
        <p:spPr>
          <a:xfrm flipH="1">
            <a:off x="7818180" y="883420"/>
            <a:ext cx="429900" cy="4182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grpSp>
        <p:nvGrpSpPr>
          <p:cNvPr id="3025" name="Google Shape;3025;p61"/>
          <p:cNvGrpSpPr/>
          <p:nvPr/>
        </p:nvGrpSpPr>
        <p:grpSpPr>
          <a:xfrm>
            <a:off x="1839602" y="1617067"/>
            <a:ext cx="637648" cy="658500"/>
            <a:chOff x="1839602" y="1617067"/>
            <a:chExt cx="637648" cy="658500"/>
          </a:xfrm>
        </p:grpSpPr>
        <p:sp>
          <p:nvSpPr>
            <p:cNvPr id="3026" name="Google Shape;3026;p61"/>
            <p:cNvSpPr/>
            <p:nvPr/>
          </p:nvSpPr>
          <p:spPr>
            <a:xfrm flipH="1">
              <a:off x="2047351" y="1617067"/>
              <a:ext cx="429900" cy="418200"/>
            </a:xfrm>
            <a:prstGeom prst="star4">
              <a:avLst>
                <a:gd name="adj" fmla="val 125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7" name="Google Shape;3027;p61"/>
            <p:cNvSpPr/>
            <p:nvPr/>
          </p:nvSpPr>
          <p:spPr>
            <a:xfrm flipH="1">
              <a:off x="1839602" y="2035267"/>
              <a:ext cx="246900" cy="2403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3028" name="Google Shape;3028;p61"/>
          <p:cNvSpPr/>
          <p:nvPr/>
        </p:nvSpPr>
        <p:spPr>
          <a:xfrm flipH="1">
            <a:off x="975250" y="4294400"/>
            <a:ext cx="281100" cy="2736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ph Paper Style Thesis by Slidesgo">
  <a:themeElements>
    <a:clrScheme name="Simple Light">
      <a:dk1>
        <a:srgbClr val="434343"/>
      </a:dk1>
      <a:lt1>
        <a:srgbClr val="F3F3F3"/>
      </a:lt1>
      <a:dk2>
        <a:srgbClr val="B7B7B7"/>
      </a:dk2>
      <a:lt2>
        <a:srgbClr val="859477"/>
      </a:lt2>
      <a:accent1>
        <a:srgbClr val="D9997D"/>
      </a:accent1>
      <a:accent2>
        <a:srgbClr val="F2C2A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3E6573EBEF95419FE5CDD911A166BF" ma:contentTypeVersion="15" ma:contentTypeDescription="Create a new document." ma:contentTypeScope="" ma:versionID="72acd9e193b83cf669a9eb5ab1404a3e">
  <xsd:schema xmlns:xsd="http://www.w3.org/2001/XMLSchema" xmlns:xs="http://www.w3.org/2001/XMLSchema" xmlns:p="http://schemas.microsoft.com/office/2006/metadata/properties" xmlns:ns2="d06dbadc-5ebd-4821-b299-ce6b9eaad42b" xmlns:ns3="a519f88a-14ae-4969-bd47-81d0c9591b2c" targetNamespace="http://schemas.microsoft.com/office/2006/metadata/properties" ma:root="true" ma:fieldsID="617a9df5c2c753fb1cf2703f605abac9" ns2:_="" ns3:_="">
    <xsd:import namespace="d06dbadc-5ebd-4821-b299-ce6b9eaad42b"/>
    <xsd:import namespace="a519f88a-14ae-4969-bd47-81d0c9591b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6dbadc-5ebd-4821-b299-ce6b9eaad4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5cd9f51-4d1e-4d57-bf3d-f118fc5c80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19f88a-14ae-4969-bd47-81d0c9591b2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4917cf12-c4b0-4164-92f7-80e199fa05bf}" ma:internalName="TaxCatchAll" ma:showField="CatchAllData" ma:web="a519f88a-14ae-4969-bd47-81d0c9591b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06dbadc-5ebd-4821-b299-ce6b9eaad42b">
      <Terms xmlns="http://schemas.microsoft.com/office/infopath/2007/PartnerControls"/>
    </lcf76f155ced4ddcb4097134ff3c332f>
    <TaxCatchAll xmlns="a519f88a-14ae-4969-bd47-81d0c9591b2c" xsi:nil="true"/>
  </documentManagement>
</p:properties>
</file>

<file path=customXml/itemProps1.xml><?xml version="1.0" encoding="utf-8"?>
<ds:datastoreItem xmlns:ds="http://schemas.openxmlformats.org/officeDocument/2006/customXml" ds:itemID="{08807796-179B-41B6-A3E2-55ABADA60FAB}"/>
</file>

<file path=customXml/itemProps2.xml><?xml version="1.0" encoding="utf-8"?>
<ds:datastoreItem xmlns:ds="http://schemas.openxmlformats.org/officeDocument/2006/customXml" ds:itemID="{D5DDB2D4-D430-41A8-B7BE-4AD728CA073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3E75CE-3BD1-43CB-9ABA-27E9F8EDA5E1}">
  <ds:schemaRefs>
    <ds:schemaRef ds:uri="a519f88a-14ae-4969-bd47-81d0c9591b2c"/>
    <ds:schemaRef ds:uri="d06dbadc-5ebd-4821-b299-ce6b9eaad42b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1590</TotalTime>
  <Words>759</Words>
  <Application>Microsoft Macintosh PowerPoint</Application>
  <PresentationFormat>On-screen Show (16:9)</PresentationFormat>
  <Paragraphs>94</Paragraphs>
  <Slides>30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Spectral</vt:lpstr>
      <vt:lpstr>Merriweather</vt:lpstr>
      <vt:lpstr>Spectral Light</vt:lpstr>
      <vt:lpstr>Merriweather;900</vt:lpstr>
      <vt:lpstr>Merriweather Black</vt:lpstr>
      <vt:lpstr>Graph Paper Style Thesis by Slidesgo</vt:lpstr>
      <vt:lpstr>Introducere în Reinforcement Learning</vt:lpstr>
      <vt:lpstr>Cuprins</vt:lpstr>
      <vt:lpstr>Recapitulare</vt:lpstr>
      <vt:lpstr>PowerPoint Presentation</vt:lpstr>
      <vt:lpstr>PowerPoint Presentation</vt:lpstr>
      <vt:lpstr>Algoritmul #2 – Prioritized Experience Replay (PER)</vt:lpstr>
      <vt:lpstr>Algoritmul #3 – Distributional RL (C51)</vt:lpstr>
      <vt:lpstr>Algoritmul #4 – 🌈 Rainbow DQN </vt:lpstr>
      <vt:lpstr>Policy-Based RL (intro)</vt:lpstr>
      <vt:lpstr>Ce este ”Policy-Based RL”?</vt:lpstr>
      <vt:lpstr>Unde apar diferențele?</vt:lpstr>
      <vt:lpstr>Unde apar diferențele?</vt:lpstr>
      <vt:lpstr>Unde ne aflăm?</vt:lpstr>
      <vt:lpstr>Policy Gradients</vt:lpstr>
      <vt:lpstr>Policy Gradients?  Încercăm direct să maximizăm rezultatul prin pași mici în direcția gradientului. </vt:lpstr>
      <vt:lpstr>Policy Gradients - Obiectivul</vt:lpstr>
      <vt:lpstr>Orizontul (H)</vt:lpstr>
      <vt:lpstr>Optimizări!</vt:lpstr>
      <vt:lpstr>De ce sunt logaritmii importanți?</vt:lpstr>
      <vt:lpstr>De ce sunt logaritmii importanți?</vt:lpstr>
      <vt:lpstr>Introducem derivata parțială</vt:lpstr>
      <vt:lpstr>Multe calcule mai târziu...</vt:lpstr>
      <vt:lpstr>Dar...ce înseamnă???</vt:lpstr>
      <vt:lpstr>Policy Gradients – Intuiția din spate</vt:lpstr>
      <vt:lpstr>Să vizualizăm!</vt:lpstr>
      <vt:lpstr>Un nou algoritm: REINFORCE!</vt:lpstr>
      <vt:lpstr>Defectul Policy Gradients</vt:lpstr>
      <vt:lpstr>Baseline</vt:lpstr>
      <vt:lpstr>Cum explicăm mai departe?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Introducere în Reinforcement Learning</dc:title>
  <cp:lastModifiedBy>Stefan Iordache</cp:lastModifiedBy>
  <cp:revision>58</cp:revision>
  <dcterms:modified xsi:type="dcterms:W3CDTF">2025-11-25T21:13:03Z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0x010100F33E6573EBEF95419FE5CDD911A166BF</vt:lpwstr>
  </property>
  <property fmtid="{D5CDD505-2E9C-101B-9397-08002B2CF9AE}" pid="3" name="MediaServiceImageTags">
    <vt:lpwstr/>
  </property>
</Properties>
</file>